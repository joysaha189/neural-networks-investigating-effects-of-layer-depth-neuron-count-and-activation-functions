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5" r:id="rId3"/>
    <p:sldId id="273" r:id="rId4"/>
    <p:sldId id="274" r:id="rId5"/>
    <p:sldId id="283" r:id="rId6"/>
    <p:sldId id="282" r:id="rId7"/>
    <p:sldId id="281" r:id="rId8"/>
    <p:sldId id="290" r:id="rId9"/>
    <p:sldId id="277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E7A059-E013-403C-ABE2-2B844472C2E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62C0EB-5307-4BD7-9A93-2CCBF86D7888}">
      <dgm:prSet/>
      <dgm:spPr/>
      <dgm:t>
        <a:bodyPr/>
        <a:lstStyle/>
        <a:p>
          <a:r>
            <a:rPr lang="en-US" b="1"/>
            <a:t>What is a Neural Network?</a:t>
          </a:r>
          <a:endParaRPr lang="en-US"/>
        </a:p>
      </dgm:t>
    </dgm:pt>
    <dgm:pt modelId="{F16ECA04-D379-43C8-A869-164581ABFB38}" type="parTrans" cxnId="{501C8A4B-0963-48D5-A267-5542F66D97BC}">
      <dgm:prSet/>
      <dgm:spPr/>
      <dgm:t>
        <a:bodyPr/>
        <a:lstStyle/>
        <a:p>
          <a:endParaRPr lang="en-US"/>
        </a:p>
      </dgm:t>
    </dgm:pt>
    <dgm:pt modelId="{00CDE149-D111-4721-B278-D7B387D19048}" type="sibTrans" cxnId="{501C8A4B-0963-48D5-A267-5542F66D97BC}">
      <dgm:prSet/>
      <dgm:spPr/>
      <dgm:t>
        <a:bodyPr/>
        <a:lstStyle/>
        <a:p>
          <a:endParaRPr lang="en-US"/>
        </a:p>
      </dgm:t>
    </dgm:pt>
    <dgm:pt modelId="{DF135620-EF83-47D5-97B5-E4D62C6F78AB}">
      <dgm:prSet/>
      <dgm:spPr/>
      <dgm:t>
        <a:bodyPr/>
        <a:lstStyle/>
        <a:p>
          <a:r>
            <a:rPr lang="en-US" dirty="0"/>
            <a:t>A computational model inspired by biological neural networks</a:t>
          </a:r>
        </a:p>
      </dgm:t>
    </dgm:pt>
    <dgm:pt modelId="{9BF8821A-DD6D-412C-827B-47C1BFA0E89F}" type="parTrans" cxnId="{99DAFFF2-3764-4367-A524-A0AF27BA82F6}">
      <dgm:prSet/>
      <dgm:spPr/>
      <dgm:t>
        <a:bodyPr/>
        <a:lstStyle/>
        <a:p>
          <a:endParaRPr lang="en-US"/>
        </a:p>
      </dgm:t>
    </dgm:pt>
    <dgm:pt modelId="{E9DB1B53-2064-4DA4-99B8-60C6BE116AE9}" type="sibTrans" cxnId="{99DAFFF2-3764-4367-A524-A0AF27BA82F6}">
      <dgm:prSet/>
      <dgm:spPr/>
      <dgm:t>
        <a:bodyPr/>
        <a:lstStyle/>
        <a:p>
          <a:endParaRPr lang="en-US"/>
        </a:p>
      </dgm:t>
    </dgm:pt>
    <dgm:pt modelId="{4ABB1CC5-A300-44BF-B552-E7533B62EE9F}">
      <dgm:prSet/>
      <dgm:spPr/>
      <dgm:t>
        <a:bodyPr/>
        <a:lstStyle/>
        <a:p>
          <a:r>
            <a:rPr lang="en-US"/>
            <a:t>Composed of layers of interconnected nodes (neurons)</a:t>
          </a:r>
        </a:p>
      </dgm:t>
    </dgm:pt>
    <dgm:pt modelId="{2DDDD92D-B003-43B2-A9F6-31D04330038F}" type="parTrans" cxnId="{81B915E2-085E-4386-B65B-425BDB0A89AA}">
      <dgm:prSet/>
      <dgm:spPr/>
      <dgm:t>
        <a:bodyPr/>
        <a:lstStyle/>
        <a:p>
          <a:endParaRPr lang="en-US"/>
        </a:p>
      </dgm:t>
    </dgm:pt>
    <dgm:pt modelId="{7E8F0A2C-E50F-4948-B54E-742B98A26632}" type="sibTrans" cxnId="{81B915E2-085E-4386-B65B-425BDB0A89AA}">
      <dgm:prSet/>
      <dgm:spPr/>
      <dgm:t>
        <a:bodyPr/>
        <a:lstStyle/>
        <a:p>
          <a:endParaRPr lang="en-US"/>
        </a:p>
      </dgm:t>
    </dgm:pt>
    <dgm:pt modelId="{B5222938-C32D-46E9-B789-E36795EA11A1}">
      <dgm:prSet/>
      <dgm:spPr/>
      <dgm:t>
        <a:bodyPr/>
        <a:lstStyle/>
        <a:p>
          <a:r>
            <a:rPr lang="en-US" b="1"/>
            <a:t>Project Goal:</a:t>
          </a:r>
          <a:endParaRPr lang="en-US"/>
        </a:p>
      </dgm:t>
    </dgm:pt>
    <dgm:pt modelId="{BD208390-7DBF-4C28-AFDE-BF7BB0042FAD}" type="parTrans" cxnId="{06AC11D8-3E33-4018-A688-24181672FE3C}">
      <dgm:prSet/>
      <dgm:spPr/>
      <dgm:t>
        <a:bodyPr/>
        <a:lstStyle/>
        <a:p>
          <a:endParaRPr lang="en-US"/>
        </a:p>
      </dgm:t>
    </dgm:pt>
    <dgm:pt modelId="{A1F3A75B-F1BB-4505-A581-A777B84E21AD}" type="sibTrans" cxnId="{06AC11D8-3E33-4018-A688-24181672FE3C}">
      <dgm:prSet/>
      <dgm:spPr/>
      <dgm:t>
        <a:bodyPr/>
        <a:lstStyle/>
        <a:p>
          <a:endParaRPr lang="en-US"/>
        </a:p>
      </dgm:t>
    </dgm:pt>
    <dgm:pt modelId="{765314A8-C8E5-4633-955C-07D2CB3441D0}">
      <dgm:prSet/>
      <dgm:spPr/>
      <dgm:t>
        <a:bodyPr/>
        <a:lstStyle/>
        <a:p>
          <a:r>
            <a:rPr lang="en-US"/>
            <a:t>Explanation of neural network fundamentals</a:t>
          </a:r>
        </a:p>
      </dgm:t>
    </dgm:pt>
    <dgm:pt modelId="{D84A328C-5F80-4EDF-99BE-F11D789D0585}" type="parTrans" cxnId="{7577B7F6-6317-4CAB-840D-92B03BAA9F11}">
      <dgm:prSet/>
      <dgm:spPr/>
      <dgm:t>
        <a:bodyPr/>
        <a:lstStyle/>
        <a:p>
          <a:endParaRPr lang="en-US"/>
        </a:p>
      </dgm:t>
    </dgm:pt>
    <dgm:pt modelId="{9608FEDF-B5B8-4B0C-8E67-59F1BCACD3B2}" type="sibTrans" cxnId="{7577B7F6-6317-4CAB-840D-92B03BAA9F11}">
      <dgm:prSet/>
      <dgm:spPr/>
      <dgm:t>
        <a:bodyPr/>
        <a:lstStyle/>
        <a:p>
          <a:endParaRPr lang="en-US"/>
        </a:p>
      </dgm:t>
    </dgm:pt>
    <dgm:pt modelId="{83401DAD-F9C5-46AD-90DC-15F5982CA0D6}">
      <dgm:prSet/>
      <dgm:spPr/>
      <dgm:t>
        <a:bodyPr/>
        <a:lstStyle/>
        <a:p>
          <a:r>
            <a:rPr lang="en-US"/>
            <a:t>Implement and analyze a two-layer neural network</a:t>
          </a:r>
        </a:p>
      </dgm:t>
    </dgm:pt>
    <dgm:pt modelId="{4D47D299-C308-4FD8-9BC2-3DF64F20C824}" type="parTrans" cxnId="{124C006C-2F82-423B-A3EF-F7D7682682ED}">
      <dgm:prSet/>
      <dgm:spPr/>
      <dgm:t>
        <a:bodyPr/>
        <a:lstStyle/>
        <a:p>
          <a:endParaRPr lang="en-US"/>
        </a:p>
      </dgm:t>
    </dgm:pt>
    <dgm:pt modelId="{79FD2BC7-E722-43DC-B261-6089F21966B9}" type="sibTrans" cxnId="{124C006C-2F82-423B-A3EF-F7D7682682ED}">
      <dgm:prSet/>
      <dgm:spPr/>
      <dgm:t>
        <a:bodyPr/>
        <a:lstStyle/>
        <a:p>
          <a:endParaRPr lang="en-US"/>
        </a:p>
      </dgm:t>
    </dgm:pt>
    <dgm:pt modelId="{FBCBD5E1-621D-4D3B-84C5-2B3DAAEC14EF}">
      <dgm:prSet/>
      <dgm:spPr/>
      <dgm:t>
        <a:bodyPr/>
        <a:lstStyle/>
        <a:p>
          <a:r>
            <a:rPr lang="en-US"/>
            <a:t>Evaluate its performance on classification datasets</a:t>
          </a:r>
        </a:p>
      </dgm:t>
    </dgm:pt>
    <dgm:pt modelId="{2F3F9086-6500-4275-91C8-2E1ACE9F1204}" type="parTrans" cxnId="{DBDE7B5D-FEA3-4768-9BB2-CE737B0619F2}">
      <dgm:prSet/>
      <dgm:spPr/>
      <dgm:t>
        <a:bodyPr/>
        <a:lstStyle/>
        <a:p>
          <a:endParaRPr lang="en-US"/>
        </a:p>
      </dgm:t>
    </dgm:pt>
    <dgm:pt modelId="{376938C1-56CD-4C4B-9D0F-4A93AA8781F2}" type="sibTrans" cxnId="{DBDE7B5D-FEA3-4768-9BB2-CE737B0619F2}">
      <dgm:prSet/>
      <dgm:spPr/>
      <dgm:t>
        <a:bodyPr/>
        <a:lstStyle/>
        <a:p>
          <a:endParaRPr lang="en-US"/>
        </a:p>
      </dgm:t>
    </dgm:pt>
    <dgm:pt modelId="{F723226C-AD5C-46B9-A001-4D25FC662D77}">
      <dgm:prSet/>
      <dgm:spPr/>
      <dgm:t>
        <a:bodyPr/>
        <a:lstStyle/>
        <a:p>
          <a:r>
            <a:rPr lang="en-US"/>
            <a:t>Investigate the impact of varying architecture and activation functions</a:t>
          </a:r>
        </a:p>
      </dgm:t>
    </dgm:pt>
    <dgm:pt modelId="{C00F0A34-348A-42D3-BC35-5A8767D2499F}" type="parTrans" cxnId="{606BCF09-116C-468E-95BA-7B3A6B51ABD6}">
      <dgm:prSet/>
      <dgm:spPr/>
      <dgm:t>
        <a:bodyPr/>
        <a:lstStyle/>
        <a:p>
          <a:endParaRPr lang="en-US"/>
        </a:p>
      </dgm:t>
    </dgm:pt>
    <dgm:pt modelId="{2F647FCC-7B90-4A4E-809E-4C6278783711}" type="sibTrans" cxnId="{606BCF09-116C-468E-95BA-7B3A6B51ABD6}">
      <dgm:prSet/>
      <dgm:spPr/>
      <dgm:t>
        <a:bodyPr/>
        <a:lstStyle/>
        <a:p>
          <a:endParaRPr lang="en-US"/>
        </a:p>
      </dgm:t>
    </dgm:pt>
    <dgm:pt modelId="{AB29DDC0-D007-4F11-BC49-4B3F501B227A}" type="pres">
      <dgm:prSet presAssocID="{1FE7A059-E013-403C-ABE2-2B844472C2E4}" presName="linearFlow" presStyleCnt="0">
        <dgm:presLayoutVars>
          <dgm:dir/>
          <dgm:resizeHandles val="exact"/>
        </dgm:presLayoutVars>
      </dgm:prSet>
      <dgm:spPr/>
    </dgm:pt>
    <dgm:pt modelId="{6766F8C7-0ABE-4801-8671-A03EC487DF8E}" type="pres">
      <dgm:prSet presAssocID="{BA62C0EB-5307-4BD7-9A93-2CCBF86D7888}" presName="composite" presStyleCnt="0"/>
      <dgm:spPr/>
    </dgm:pt>
    <dgm:pt modelId="{35E11B4B-4C7B-4171-BAA1-E2878658E03A}" type="pres">
      <dgm:prSet presAssocID="{BA62C0EB-5307-4BD7-9A93-2CCBF86D7888}" presName="imgShp" presStyleLbl="fgImgPlace1" presStyleIdx="0" presStyleCnt="2" custLinFactNeighborX="-2488" custLinFactNeighborY="173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</dgm:pt>
    <dgm:pt modelId="{E9E677E0-D1B3-420C-965D-CE5297E238C3}" type="pres">
      <dgm:prSet presAssocID="{BA62C0EB-5307-4BD7-9A93-2CCBF86D7888}" presName="txShp" presStyleLbl="node1" presStyleIdx="0" presStyleCnt="2">
        <dgm:presLayoutVars>
          <dgm:bulletEnabled val="1"/>
        </dgm:presLayoutVars>
      </dgm:prSet>
      <dgm:spPr/>
    </dgm:pt>
    <dgm:pt modelId="{5244C039-0744-4C2D-9B80-14732DA27B9B}" type="pres">
      <dgm:prSet presAssocID="{00CDE149-D111-4721-B278-D7B387D19048}" presName="spacing" presStyleCnt="0"/>
      <dgm:spPr/>
    </dgm:pt>
    <dgm:pt modelId="{0B785AF6-9567-4CFE-A3D6-CC3770314733}" type="pres">
      <dgm:prSet presAssocID="{B5222938-C32D-46E9-B789-E36795EA11A1}" presName="composite" presStyleCnt="0"/>
      <dgm:spPr/>
    </dgm:pt>
    <dgm:pt modelId="{B26425A8-C2C0-43C8-A9F0-A6F1B2B2C25E}" type="pres">
      <dgm:prSet presAssocID="{B5222938-C32D-46E9-B789-E36795EA11A1}" presName="imgShp" presStyleLbl="fgImgPlace1" presStyleIdx="1" presStyleCnt="2" custScaleX="101956" custLinFactNeighborX="-1866" custLinFactNeighborY="8839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052F6383-2739-491D-A036-3B81D6D80071}" type="pres">
      <dgm:prSet presAssocID="{B5222938-C32D-46E9-B789-E36795EA11A1}" presName="txShp" presStyleLbl="node1" presStyleIdx="1" presStyleCnt="2">
        <dgm:presLayoutVars>
          <dgm:bulletEnabled val="1"/>
        </dgm:presLayoutVars>
      </dgm:prSet>
      <dgm:spPr/>
    </dgm:pt>
  </dgm:ptLst>
  <dgm:cxnLst>
    <dgm:cxn modelId="{135E4F06-A610-4290-A3ED-8C9483CB8ED5}" type="presOf" srcId="{DF135620-EF83-47D5-97B5-E4D62C6F78AB}" destId="{E9E677E0-D1B3-420C-965D-CE5297E238C3}" srcOrd="0" destOrd="1" presId="urn:microsoft.com/office/officeart/2005/8/layout/vList3"/>
    <dgm:cxn modelId="{606BCF09-116C-468E-95BA-7B3A6B51ABD6}" srcId="{B5222938-C32D-46E9-B789-E36795EA11A1}" destId="{F723226C-AD5C-46B9-A001-4D25FC662D77}" srcOrd="3" destOrd="0" parTransId="{C00F0A34-348A-42D3-BC35-5A8767D2499F}" sibTransId="{2F647FCC-7B90-4A4E-809E-4C6278783711}"/>
    <dgm:cxn modelId="{E4325614-C785-468C-810B-B52D604B02D4}" type="presOf" srcId="{765314A8-C8E5-4633-955C-07D2CB3441D0}" destId="{052F6383-2739-491D-A036-3B81D6D80071}" srcOrd="0" destOrd="1" presId="urn:microsoft.com/office/officeart/2005/8/layout/vList3"/>
    <dgm:cxn modelId="{90D63A15-5829-4AAD-9A81-724F6A9902F5}" type="presOf" srcId="{BA62C0EB-5307-4BD7-9A93-2CCBF86D7888}" destId="{E9E677E0-D1B3-420C-965D-CE5297E238C3}" srcOrd="0" destOrd="0" presId="urn:microsoft.com/office/officeart/2005/8/layout/vList3"/>
    <dgm:cxn modelId="{FB79B228-672C-4140-9480-D2A62CD5413E}" type="presOf" srcId="{83401DAD-F9C5-46AD-90DC-15F5982CA0D6}" destId="{052F6383-2739-491D-A036-3B81D6D80071}" srcOrd="0" destOrd="2" presId="urn:microsoft.com/office/officeart/2005/8/layout/vList3"/>
    <dgm:cxn modelId="{692C393A-49E2-40EE-B319-C4A0383BC1F2}" type="presOf" srcId="{F723226C-AD5C-46B9-A001-4D25FC662D77}" destId="{052F6383-2739-491D-A036-3B81D6D80071}" srcOrd="0" destOrd="4" presId="urn:microsoft.com/office/officeart/2005/8/layout/vList3"/>
    <dgm:cxn modelId="{DBDE7B5D-FEA3-4768-9BB2-CE737B0619F2}" srcId="{B5222938-C32D-46E9-B789-E36795EA11A1}" destId="{FBCBD5E1-621D-4D3B-84C5-2B3DAAEC14EF}" srcOrd="2" destOrd="0" parTransId="{2F3F9086-6500-4275-91C8-2E1ACE9F1204}" sibTransId="{376938C1-56CD-4C4B-9D0F-4A93AA8781F2}"/>
    <dgm:cxn modelId="{501C8A4B-0963-48D5-A267-5542F66D97BC}" srcId="{1FE7A059-E013-403C-ABE2-2B844472C2E4}" destId="{BA62C0EB-5307-4BD7-9A93-2CCBF86D7888}" srcOrd="0" destOrd="0" parTransId="{F16ECA04-D379-43C8-A869-164581ABFB38}" sibTransId="{00CDE149-D111-4721-B278-D7B387D19048}"/>
    <dgm:cxn modelId="{124C006C-2F82-423B-A3EF-F7D7682682ED}" srcId="{B5222938-C32D-46E9-B789-E36795EA11A1}" destId="{83401DAD-F9C5-46AD-90DC-15F5982CA0D6}" srcOrd="1" destOrd="0" parTransId="{4D47D299-C308-4FD8-9BC2-3DF64F20C824}" sibTransId="{79FD2BC7-E722-43DC-B261-6089F21966B9}"/>
    <dgm:cxn modelId="{5014E559-923E-43F3-A3B3-920C8CC1BD22}" type="presOf" srcId="{4ABB1CC5-A300-44BF-B552-E7533B62EE9F}" destId="{E9E677E0-D1B3-420C-965D-CE5297E238C3}" srcOrd="0" destOrd="2" presId="urn:microsoft.com/office/officeart/2005/8/layout/vList3"/>
    <dgm:cxn modelId="{15DD5192-EE0E-4B8A-9C2C-D6692CB8DA52}" type="presOf" srcId="{1FE7A059-E013-403C-ABE2-2B844472C2E4}" destId="{AB29DDC0-D007-4F11-BC49-4B3F501B227A}" srcOrd="0" destOrd="0" presId="urn:microsoft.com/office/officeart/2005/8/layout/vList3"/>
    <dgm:cxn modelId="{06AC11D8-3E33-4018-A688-24181672FE3C}" srcId="{1FE7A059-E013-403C-ABE2-2B844472C2E4}" destId="{B5222938-C32D-46E9-B789-E36795EA11A1}" srcOrd="1" destOrd="0" parTransId="{BD208390-7DBF-4C28-AFDE-BF7BB0042FAD}" sibTransId="{A1F3A75B-F1BB-4505-A581-A777B84E21AD}"/>
    <dgm:cxn modelId="{D4DA73DD-BDCB-4B45-9838-1D84CD89517F}" type="presOf" srcId="{B5222938-C32D-46E9-B789-E36795EA11A1}" destId="{052F6383-2739-491D-A036-3B81D6D80071}" srcOrd="0" destOrd="0" presId="urn:microsoft.com/office/officeart/2005/8/layout/vList3"/>
    <dgm:cxn modelId="{81B915E2-085E-4386-B65B-425BDB0A89AA}" srcId="{BA62C0EB-5307-4BD7-9A93-2CCBF86D7888}" destId="{4ABB1CC5-A300-44BF-B552-E7533B62EE9F}" srcOrd="1" destOrd="0" parTransId="{2DDDD92D-B003-43B2-A9F6-31D04330038F}" sibTransId="{7E8F0A2C-E50F-4948-B54E-742B98A26632}"/>
    <dgm:cxn modelId="{AFB9C6E6-7D3F-434B-A0E4-06D4B92D9F43}" type="presOf" srcId="{FBCBD5E1-621D-4D3B-84C5-2B3DAAEC14EF}" destId="{052F6383-2739-491D-A036-3B81D6D80071}" srcOrd="0" destOrd="3" presId="urn:microsoft.com/office/officeart/2005/8/layout/vList3"/>
    <dgm:cxn modelId="{99DAFFF2-3764-4367-A524-A0AF27BA82F6}" srcId="{BA62C0EB-5307-4BD7-9A93-2CCBF86D7888}" destId="{DF135620-EF83-47D5-97B5-E4D62C6F78AB}" srcOrd="0" destOrd="0" parTransId="{9BF8821A-DD6D-412C-827B-47C1BFA0E89F}" sibTransId="{E9DB1B53-2064-4DA4-99B8-60C6BE116AE9}"/>
    <dgm:cxn modelId="{7577B7F6-6317-4CAB-840D-92B03BAA9F11}" srcId="{B5222938-C32D-46E9-B789-E36795EA11A1}" destId="{765314A8-C8E5-4633-955C-07D2CB3441D0}" srcOrd="0" destOrd="0" parTransId="{D84A328C-5F80-4EDF-99BE-F11D789D0585}" sibTransId="{9608FEDF-B5B8-4B0C-8E67-59F1BCACD3B2}"/>
    <dgm:cxn modelId="{750B0A63-113C-46E6-90A7-3E58B371152C}" type="presParOf" srcId="{AB29DDC0-D007-4F11-BC49-4B3F501B227A}" destId="{6766F8C7-0ABE-4801-8671-A03EC487DF8E}" srcOrd="0" destOrd="0" presId="urn:microsoft.com/office/officeart/2005/8/layout/vList3"/>
    <dgm:cxn modelId="{F9EB1146-1876-4E1D-B8F2-B37D29D9D97F}" type="presParOf" srcId="{6766F8C7-0ABE-4801-8671-A03EC487DF8E}" destId="{35E11B4B-4C7B-4171-BAA1-E2878658E03A}" srcOrd="0" destOrd="0" presId="urn:microsoft.com/office/officeart/2005/8/layout/vList3"/>
    <dgm:cxn modelId="{34D9E74D-B162-4758-98D9-03E7863C2B2A}" type="presParOf" srcId="{6766F8C7-0ABE-4801-8671-A03EC487DF8E}" destId="{E9E677E0-D1B3-420C-965D-CE5297E238C3}" srcOrd="1" destOrd="0" presId="urn:microsoft.com/office/officeart/2005/8/layout/vList3"/>
    <dgm:cxn modelId="{F08C4807-4FCB-4770-B2E3-DEC845D5C1E1}" type="presParOf" srcId="{AB29DDC0-D007-4F11-BC49-4B3F501B227A}" destId="{5244C039-0744-4C2D-9B80-14732DA27B9B}" srcOrd="1" destOrd="0" presId="urn:microsoft.com/office/officeart/2005/8/layout/vList3"/>
    <dgm:cxn modelId="{D26107F9-1B0F-4F10-9979-5DAB90163EFC}" type="presParOf" srcId="{AB29DDC0-D007-4F11-BC49-4B3F501B227A}" destId="{0B785AF6-9567-4CFE-A3D6-CC3770314733}" srcOrd="2" destOrd="0" presId="urn:microsoft.com/office/officeart/2005/8/layout/vList3"/>
    <dgm:cxn modelId="{DBAE26F6-F8DA-47CA-8EC3-9A48F380D12C}" type="presParOf" srcId="{0B785AF6-9567-4CFE-A3D6-CC3770314733}" destId="{B26425A8-C2C0-43C8-A9F0-A6F1B2B2C25E}" srcOrd="0" destOrd="0" presId="urn:microsoft.com/office/officeart/2005/8/layout/vList3"/>
    <dgm:cxn modelId="{D2ACF15D-7934-4501-9699-33E050F75D00}" type="presParOf" srcId="{0B785AF6-9567-4CFE-A3D6-CC3770314733}" destId="{052F6383-2739-491D-A036-3B81D6D8007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FD0C9A-1712-47B4-B75E-A33A34429EF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05CB69-D895-4CA2-9FDD-4660B8B1CF49}">
      <dgm:prSet/>
      <dgm:spPr/>
      <dgm:t>
        <a:bodyPr/>
        <a:lstStyle/>
        <a:p>
          <a:r>
            <a:rPr lang="en-US" b="1"/>
            <a:t>Weight Initialization: </a:t>
          </a:r>
          <a:r>
            <a:rPr lang="en-US"/>
            <a:t>Avoid poor convergence. </a:t>
          </a:r>
        </a:p>
      </dgm:t>
    </dgm:pt>
    <dgm:pt modelId="{066AB8F7-4F4C-4782-A976-FEBE8B424E63}" type="parTrans" cxnId="{E7C66481-14C0-45F4-8CB9-C3874275FEF0}">
      <dgm:prSet/>
      <dgm:spPr/>
      <dgm:t>
        <a:bodyPr/>
        <a:lstStyle/>
        <a:p>
          <a:endParaRPr lang="en-US"/>
        </a:p>
      </dgm:t>
    </dgm:pt>
    <dgm:pt modelId="{0E44CA1C-4764-4770-9E95-1239C815CD71}" type="sibTrans" cxnId="{E7C66481-14C0-45F4-8CB9-C3874275FEF0}">
      <dgm:prSet/>
      <dgm:spPr/>
      <dgm:t>
        <a:bodyPr/>
        <a:lstStyle/>
        <a:p>
          <a:endParaRPr lang="en-US"/>
        </a:p>
      </dgm:t>
    </dgm:pt>
    <dgm:pt modelId="{25A0C707-2E98-415B-98E1-8817E9E1A524}">
      <dgm:prSet/>
      <dgm:spPr/>
      <dgm:t>
        <a:bodyPr/>
        <a:lstStyle/>
        <a:p>
          <a:r>
            <a:rPr lang="en-US" b="1"/>
            <a:t>Backpropagation: </a:t>
          </a:r>
          <a:r>
            <a:rPr lang="en-US"/>
            <a:t>Correct gradient application.</a:t>
          </a:r>
        </a:p>
      </dgm:t>
    </dgm:pt>
    <dgm:pt modelId="{4196BF97-57E0-4EA3-BB15-0BC76F80F9E8}" type="parTrans" cxnId="{26885511-EA00-450A-A5B6-6238FAAE76F4}">
      <dgm:prSet/>
      <dgm:spPr/>
      <dgm:t>
        <a:bodyPr/>
        <a:lstStyle/>
        <a:p>
          <a:endParaRPr lang="en-US"/>
        </a:p>
      </dgm:t>
    </dgm:pt>
    <dgm:pt modelId="{CF8BD770-7BDF-4A3E-87D2-7A1D005CE603}" type="sibTrans" cxnId="{26885511-EA00-450A-A5B6-6238FAAE76F4}">
      <dgm:prSet/>
      <dgm:spPr/>
      <dgm:t>
        <a:bodyPr/>
        <a:lstStyle/>
        <a:p>
          <a:endParaRPr lang="en-US"/>
        </a:p>
      </dgm:t>
    </dgm:pt>
    <dgm:pt modelId="{60E380D1-FDA6-49FD-B487-8DCFCB705A98}">
      <dgm:prSet/>
      <dgm:spPr/>
      <dgm:t>
        <a:bodyPr/>
        <a:lstStyle/>
        <a:p>
          <a:r>
            <a:rPr lang="en-US" b="1"/>
            <a:t>Learning Rate: </a:t>
          </a:r>
          <a:r>
            <a:rPr lang="en-US"/>
            <a:t>Ensure efficient convergence. </a:t>
          </a:r>
        </a:p>
      </dgm:t>
    </dgm:pt>
    <dgm:pt modelId="{910589A5-CF4C-4D26-BC84-703570FDCA4B}" type="parTrans" cxnId="{37E84DA6-2F4A-435A-8D64-3FE9D120DC73}">
      <dgm:prSet/>
      <dgm:spPr/>
      <dgm:t>
        <a:bodyPr/>
        <a:lstStyle/>
        <a:p>
          <a:endParaRPr lang="en-US"/>
        </a:p>
      </dgm:t>
    </dgm:pt>
    <dgm:pt modelId="{02A7B0D1-12BA-43F9-98ED-AF9FAEEC93A8}" type="sibTrans" cxnId="{37E84DA6-2F4A-435A-8D64-3FE9D120DC73}">
      <dgm:prSet/>
      <dgm:spPr/>
      <dgm:t>
        <a:bodyPr/>
        <a:lstStyle/>
        <a:p>
          <a:endParaRPr lang="en-US"/>
        </a:p>
      </dgm:t>
    </dgm:pt>
    <dgm:pt modelId="{F74F6103-1C50-4B3A-BC48-AE5EF006E4EE}">
      <dgm:prSet/>
      <dgm:spPr/>
      <dgm:t>
        <a:bodyPr/>
        <a:lstStyle/>
        <a:p>
          <a:r>
            <a:rPr lang="en-US" b="1"/>
            <a:t>Numerical Stability: </a:t>
          </a:r>
          <a:r>
            <a:rPr lang="en-US"/>
            <a:t>Handle underflows/overflows. </a:t>
          </a:r>
        </a:p>
      </dgm:t>
    </dgm:pt>
    <dgm:pt modelId="{3AEDAB93-F30F-45CB-A04C-C820CA93A086}" type="parTrans" cxnId="{8F83D3B7-31C9-4548-9B99-962EAF1B759E}">
      <dgm:prSet/>
      <dgm:spPr/>
      <dgm:t>
        <a:bodyPr/>
        <a:lstStyle/>
        <a:p>
          <a:endParaRPr lang="en-US"/>
        </a:p>
      </dgm:t>
    </dgm:pt>
    <dgm:pt modelId="{9F0744CD-0020-41B7-AD2A-2095D11DC60E}" type="sibTrans" cxnId="{8F83D3B7-31C9-4548-9B99-962EAF1B759E}">
      <dgm:prSet/>
      <dgm:spPr/>
      <dgm:t>
        <a:bodyPr/>
        <a:lstStyle/>
        <a:p>
          <a:endParaRPr lang="en-US"/>
        </a:p>
      </dgm:t>
    </dgm:pt>
    <dgm:pt modelId="{DACDAD83-0E73-4037-AB85-0978CCB82428}">
      <dgm:prSet/>
      <dgm:spPr/>
      <dgm:t>
        <a:bodyPr/>
        <a:lstStyle/>
        <a:p>
          <a:r>
            <a:rPr lang="en-US" b="1"/>
            <a:t>Activation Function:</a:t>
          </a:r>
          <a:r>
            <a:rPr lang="en-US"/>
            <a:t> Prevent vanishing gradients.</a:t>
          </a:r>
        </a:p>
      </dgm:t>
    </dgm:pt>
    <dgm:pt modelId="{B2C1BA82-DFFF-4EA2-BAF1-37C0D6749B01}" type="parTrans" cxnId="{9FAB2C02-4754-4856-9059-E4EB04C4B0D6}">
      <dgm:prSet/>
      <dgm:spPr/>
      <dgm:t>
        <a:bodyPr/>
        <a:lstStyle/>
        <a:p>
          <a:endParaRPr lang="en-US"/>
        </a:p>
      </dgm:t>
    </dgm:pt>
    <dgm:pt modelId="{A507732A-0FB9-4E84-8C34-B7C9C47E7AC9}" type="sibTrans" cxnId="{9FAB2C02-4754-4856-9059-E4EB04C4B0D6}">
      <dgm:prSet/>
      <dgm:spPr/>
      <dgm:t>
        <a:bodyPr/>
        <a:lstStyle/>
        <a:p>
          <a:endParaRPr lang="en-US"/>
        </a:p>
      </dgm:t>
    </dgm:pt>
    <dgm:pt modelId="{775FFA55-3737-45EB-8FB8-5A7BE92E3844}">
      <dgm:prSet/>
      <dgm:spPr/>
      <dgm:t>
        <a:bodyPr/>
        <a:lstStyle/>
        <a:p>
          <a:r>
            <a:rPr lang="en-US" b="1"/>
            <a:t>Overfitting: </a:t>
          </a:r>
          <a:r>
            <a:rPr lang="en-US"/>
            <a:t>Apply regularization. </a:t>
          </a:r>
        </a:p>
      </dgm:t>
    </dgm:pt>
    <dgm:pt modelId="{F478D3EE-D522-445D-96D8-9926A67C7A39}" type="parTrans" cxnId="{816279E3-3EC5-4AF3-8EBE-47B6D16969C6}">
      <dgm:prSet/>
      <dgm:spPr/>
      <dgm:t>
        <a:bodyPr/>
        <a:lstStyle/>
        <a:p>
          <a:endParaRPr lang="en-US"/>
        </a:p>
      </dgm:t>
    </dgm:pt>
    <dgm:pt modelId="{EBFBF1F7-D667-4459-A3C4-F81C6960B832}" type="sibTrans" cxnId="{816279E3-3EC5-4AF3-8EBE-47B6D16969C6}">
      <dgm:prSet/>
      <dgm:spPr/>
      <dgm:t>
        <a:bodyPr/>
        <a:lstStyle/>
        <a:p>
          <a:endParaRPr lang="en-US"/>
        </a:p>
      </dgm:t>
    </dgm:pt>
    <dgm:pt modelId="{8655FE15-7A8B-47FA-AF1D-55623901AC3C}">
      <dgm:prSet/>
      <dgm:spPr/>
      <dgm:t>
        <a:bodyPr/>
        <a:lstStyle/>
        <a:p>
          <a:r>
            <a:rPr lang="en-US" b="1"/>
            <a:t>Optimization: </a:t>
          </a:r>
          <a:r>
            <a:rPr lang="en-US"/>
            <a:t>Slow gradient descent.</a:t>
          </a:r>
        </a:p>
      </dgm:t>
    </dgm:pt>
    <dgm:pt modelId="{97573343-4530-4822-A7A7-903D7305AD24}" type="parTrans" cxnId="{DC1771F2-112E-46F1-A875-C8DAFF942371}">
      <dgm:prSet/>
      <dgm:spPr/>
      <dgm:t>
        <a:bodyPr/>
        <a:lstStyle/>
        <a:p>
          <a:endParaRPr lang="en-US"/>
        </a:p>
      </dgm:t>
    </dgm:pt>
    <dgm:pt modelId="{B39DD251-098B-43CF-9AA8-00C2E5366C80}" type="sibTrans" cxnId="{DC1771F2-112E-46F1-A875-C8DAFF942371}">
      <dgm:prSet/>
      <dgm:spPr/>
      <dgm:t>
        <a:bodyPr/>
        <a:lstStyle/>
        <a:p>
          <a:endParaRPr lang="en-US"/>
        </a:p>
      </dgm:t>
    </dgm:pt>
    <dgm:pt modelId="{DFBB5FB1-C3C9-4E67-B852-635791D7038A}">
      <dgm:prSet/>
      <dgm:spPr/>
      <dgm:t>
        <a:bodyPr/>
        <a:lstStyle/>
        <a:p>
          <a:r>
            <a:rPr lang="en-US" b="1"/>
            <a:t>Gradient Checking: </a:t>
          </a:r>
          <a:r>
            <a:rPr lang="en-US"/>
            <a:t>Verify correctness. </a:t>
          </a:r>
        </a:p>
      </dgm:t>
    </dgm:pt>
    <dgm:pt modelId="{BBC16EB3-743C-4436-9320-9D6D672BF0CB}" type="parTrans" cxnId="{36C4AECB-AE9D-4594-A417-FF020782B110}">
      <dgm:prSet/>
      <dgm:spPr/>
      <dgm:t>
        <a:bodyPr/>
        <a:lstStyle/>
        <a:p>
          <a:endParaRPr lang="en-US"/>
        </a:p>
      </dgm:t>
    </dgm:pt>
    <dgm:pt modelId="{25CD9831-DBE2-4A84-AC23-3B53EAFDB751}" type="sibTrans" cxnId="{36C4AECB-AE9D-4594-A417-FF020782B110}">
      <dgm:prSet/>
      <dgm:spPr/>
      <dgm:t>
        <a:bodyPr/>
        <a:lstStyle/>
        <a:p>
          <a:endParaRPr lang="en-US"/>
        </a:p>
      </dgm:t>
    </dgm:pt>
    <dgm:pt modelId="{EE1F6949-93E0-4638-B259-E6E014B0A646}">
      <dgm:prSet/>
      <dgm:spPr/>
      <dgm:t>
        <a:bodyPr/>
        <a:lstStyle/>
        <a:p>
          <a:r>
            <a:rPr lang="en-US" b="1"/>
            <a:t>Training Time: </a:t>
          </a:r>
          <a:r>
            <a:rPr lang="en-US"/>
            <a:t>High computational cost. </a:t>
          </a:r>
        </a:p>
      </dgm:t>
    </dgm:pt>
    <dgm:pt modelId="{FDCF5BA7-8DCD-4A0F-A428-3639C7A50DF3}" type="parTrans" cxnId="{4980001F-35AF-4BCF-A364-E6FB2D15D0FF}">
      <dgm:prSet/>
      <dgm:spPr/>
      <dgm:t>
        <a:bodyPr/>
        <a:lstStyle/>
        <a:p>
          <a:endParaRPr lang="en-US"/>
        </a:p>
      </dgm:t>
    </dgm:pt>
    <dgm:pt modelId="{BA6070BD-CD59-4EBD-A7A7-969A2982EFA5}" type="sibTrans" cxnId="{4980001F-35AF-4BCF-A364-E6FB2D15D0FF}">
      <dgm:prSet/>
      <dgm:spPr/>
      <dgm:t>
        <a:bodyPr/>
        <a:lstStyle/>
        <a:p>
          <a:endParaRPr lang="en-US"/>
        </a:p>
      </dgm:t>
    </dgm:pt>
    <dgm:pt modelId="{12654609-C737-486E-B75F-47259AE0B700}">
      <dgm:prSet/>
      <dgm:spPr/>
      <dgm:t>
        <a:bodyPr/>
        <a:lstStyle/>
        <a:p>
          <a:r>
            <a:rPr lang="en-US" b="1"/>
            <a:t>Debugging: </a:t>
          </a:r>
          <a:r>
            <a:rPr lang="en-US"/>
            <a:t>Detect subtle issues.</a:t>
          </a:r>
        </a:p>
      </dgm:t>
    </dgm:pt>
    <dgm:pt modelId="{C25B9139-40D9-446C-8A18-BCBE8CD6D64D}" type="parTrans" cxnId="{34E6A70D-912E-4D63-9119-B42AEE47878A}">
      <dgm:prSet/>
      <dgm:spPr/>
      <dgm:t>
        <a:bodyPr/>
        <a:lstStyle/>
        <a:p>
          <a:endParaRPr lang="en-US"/>
        </a:p>
      </dgm:t>
    </dgm:pt>
    <dgm:pt modelId="{E8928620-1D38-4CA2-B716-96C1EC1E5A03}" type="sibTrans" cxnId="{34E6A70D-912E-4D63-9119-B42AEE47878A}">
      <dgm:prSet/>
      <dgm:spPr/>
      <dgm:t>
        <a:bodyPr/>
        <a:lstStyle/>
        <a:p>
          <a:endParaRPr lang="en-US"/>
        </a:p>
      </dgm:t>
    </dgm:pt>
    <dgm:pt modelId="{DE7AE72A-DF15-4F03-B299-3E701621DF7C}" type="pres">
      <dgm:prSet presAssocID="{8EFD0C9A-1712-47B4-B75E-A33A34429EF7}" presName="diagram" presStyleCnt="0">
        <dgm:presLayoutVars>
          <dgm:dir/>
          <dgm:resizeHandles val="exact"/>
        </dgm:presLayoutVars>
      </dgm:prSet>
      <dgm:spPr/>
    </dgm:pt>
    <dgm:pt modelId="{EFCB4C6D-3A20-4FB1-8EB7-B326B55CD57B}" type="pres">
      <dgm:prSet presAssocID="{AB05CB69-D895-4CA2-9FDD-4660B8B1CF49}" presName="node" presStyleLbl="node1" presStyleIdx="0" presStyleCnt="10">
        <dgm:presLayoutVars>
          <dgm:bulletEnabled val="1"/>
        </dgm:presLayoutVars>
      </dgm:prSet>
      <dgm:spPr/>
    </dgm:pt>
    <dgm:pt modelId="{EF2FE88C-C358-4639-BA99-907F5F9B0404}" type="pres">
      <dgm:prSet presAssocID="{0E44CA1C-4764-4770-9E95-1239C815CD71}" presName="sibTrans" presStyleCnt="0"/>
      <dgm:spPr/>
    </dgm:pt>
    <dgm:pt modelId="{4AE4AF55-4184-421A-A74C-81BDD1BBBC3B}" type="pres">
      <dgm:prSet presAssocID="{25A0C707-2E98-415B-98E1-8817E9E1A524}" presName="node" presStyleLbl="node1" presStyleIdx="1" presStyleCnt="10">
        <dgm:presLayoutVars>
          <dgm:bulletEnabled val="1"/>
        </dgm:presLayoutVars>
      </dgm:prSet>
      <dgm:spPr/>
    </dgm:pt>
    <dgm:pt modelId="{0E858F66-0558-4547-AE64-D169166CDF30}" type="pres">
      <dgm:prSet presAssocID="{CF8BD770-7BDF-4A3E-87D2-7A1D005CE603}" presName="sibTrans" presStyleCnt="0"/>
      <dgm:spPr/>
    </dgm:pt>
    <dgm:pt modelId="{ADB5F4D6-8E6E-4536-ABE9-37BCFC2CA7AD}" type="pres">
      <dgm:prSet presAssocID="{60E380D1-FDA6-49FD-B487-8DCFCB705A98}" presName="node" presStyleLbl="node1" presStyleIdx="2" presStyleCnt="10">
        <dgm:presLayoutVars>
          <dgm:bulletEnabled val="1"/>
        </dgm:presLayoutVars>
      </dgm:prSet>
      <dgm:spPr/>
    </dgm:pt>
    <dgm:pt modelId="{9DE1CA1B-EA6E-4B95-B659-90EC3C8F8E63}" type="pres">
      <dgm:prSet presAssocID="{02A7B0D1-12BA-43F9-98ED-AF9FAEEC93A8}" presName="sibTrans" presStyleCnt="0"/>
      <dgm:spPr/>
    </dgm:pt>
    <dgm:pt modelId="{3C101EF9-F9F4-4DDA-A809-4B9C43775D29}" type="pres">
      <dgm:prSet presAssocID="{F74F6103-1C50-4B3A-BC48-AE5EF006E4EE}" presName="node" presStyleLbl="node1" presStyleIdx="3" presStyleCnt="10">
        <dgm:presLayoutVars>
          <dgm:bulletEnabled val="1"/>
        </dgm:presLayoutVars>
      </dgm:prSet>
      <dgm:spPr/>
    </dgm:pt>
    <dgm:pt modelId="{97811177-CBE2-43D4-B701-39F6410F1394}" type="pres">
      <dgm:prSet presAssocID="{9F0744CD-0020-41B7-AD2A-2095D11DC60E}" presName="sibTrans" presStyleCnt="0"/>
      <dgm:spPr/>
    </dgm:pt>
    <dgm:pt modelId="{58D355C1-FE20-4188-8C16-ED07A983A299}" type="pres">
      <dgm:prSet presAssocID="{DACDAD83-0E73-4037-AB85-0978CCB82428}" presName="node" presStyleLbl="node1" presStyleIdx="4" presStyleCnt="10">
        <dgm:presLayoutVars>
          <dgm:bulletEnabled val="1"/>
        </dgm:presLayoutVars>
      </dgm:prSet>
      <dgm:spPr/>
    </dgm:pt>
    <dgm:pt modelId="{AE1AC466-BA22-452D-8F6E-8A73309BFCEA}" type="pres">
      <dgm:prSet presAssocID="{A507732A-0FB9-4E84-8C34-B7C9C47E7AC9}" presName="sibTrans" presStyleCnt="0"/>
      <dgm:spPr/>
    </dgm:pt>
    <dgm:pt modelId="{69AD6A39-E874-4A56-A227-23B5C837E6A2}" type="pres">
      <dgm:prSet presAssocID="{775FFA55-3737-45EB-8FB8-5A7BE92E3844}" presName="node" presStyleLbl="node1" presStyleIdx="5" presStyleCnt="10">
        <dgm:presLayoutVars>
          <dgm:bulletEnabled val="1"/>
        </dgm:presLayoutVars>
      </dgm:prSet>
      <dgm:spPr/>
    </dgm:pt>
    <dgm:pt modelId="{FDE0EDFD-C8ED-42AC-9674-011A6F6E7F7F}" type="pres">
      <dgm:prSet presAssocID="{EBFBF1F7-D667-4459-A3C4-F81C6960B832}" presName="sibTrans" presStyleCnt="0"/>
      <dgm:spPr/>
    </dgm:pt>
    <dgm:pt modelId="{583EF0BF-D313-4D83-969F-F8668AE38495}" type="pres">
      <dgm:prSet presAssocID="{8655FE15-7A8B-47FA-AF1D-55623901AC3C}" presName="node" presStyleLbl="node1" presStyleIdx="6" presStyleCnt="10">
        <dgm:presLayoutVars>
          <dgm:bulletEnabled val="1"/>
        </dgm:presLayoutVars>
      </dgm:prSet>
      <dgm:spPr/>
    </dgm:pt>
    <dgm:pt modelId="{415B47E5-AA19-45C6-AE75-25C9193DCD89}" type="pres">
      <dgm:prSet presAssocID="{B39DD251-098B-43CF-9AA8-00C2E5366C80}" presName="sibTrans" presStyleCnt="0"/>
      <dgm:spPr/>
    </dgm:pt>
    <dgm:pt modelId="{C7CEA83B-8780-4A5C-BAC3-A9697C50D2E0}" type="pres">
      <dgm:prSet presAssocID="{DFBB5FB1-C3C9-4E67-B852-635791D7038A}" presName="node" presStyleLbl="node1" presStyleIdx="7" presStyleCnt="10">
        <dgm:presLayoutVars>
          <dgm:bulletEnabled val="1"/>
        </dgm:presLayoutVars>
      </dgm:prSet>
      <dgm:spPr/>
    </dgm:pt>
    <dgm:pt modelId="{05F2E405-FCD6-42C7-BC67-4BDD2957D275}" type="pres">
      <dgm:prSet presAssocID="{25CD9831-DBE2-4A84-AC23-3B53EAFDB751}" presName="sibTrans" presStyleCnt="0"/>
      <dgm:spPr/>
    </dgm:pt>
    <dgm:pt modelId="{2E930AC5-9279-4E8A-9807-D5F1B3BA194B}" type="pres">
      <dgm:prSet presAssocID="{EE1F6949-93E0-4638-B259-E6E014B0A646}" presName="node" presStyleLbl="node1" presStyleIdx="8" presStyleCnt="10">
        <dgm:presLayoutVars>
          <dgm:bulletEnabled val="1"/>
        </dgm:presLayoutVars>
      </dgm:prSet>
      <dgm:spPr/>
    </dgm:pt>
    <dgm:pt modelId="{54BE97BF-879E-4396-B25C-E787B1F6BE7E}" type="pres">
      <dgm:prSet presAssocID="{BA6070BD-CD59-4EBD-A7A7-969A2982EFA5}" presName="sibTrans" presStyleCnt="0"/>
      <dgm:spPr/>
    </dgm:pt>
    <dgm:pt modelId="{2948CBE7-9766-440A-B0B8-CC75D2EAD0C9}" type="pres">
      <dgm:prSet presAssocID="{12654609-C737-486E-B75F-47259AE0B700}" presName="node" presStyleLbl="node1" presStyleIdx="9" presStyleCnt="10">
        <dgm:presLayoutVars>
          <dgm:bulletEnabled val="1"/>
        </dgm:presLayoutVars>
      </dgm:prSet>
      <dgm:spPr/>
    </dgm:pt>
  </dgm:ptLst>
  <dgm:cxnLst>
    <dgm:cxn modelId="{22D1F001-8C5A-410E-BF9B-BBAF952BBDF8}" type="presOf" srcId="{775FFA55-3737-45EB-8FB8-5A7BE92E3844}" destId="{69AD6A39-E874-4A56-A227-23B5C837E6A2}" srcOrd="0" destOrd="0" presId="urn:microsoft.com/office/officeart/2005/8/layout/default"/>
    <dgm:cxn modelId="{9FAB2C02-4754-4856-9059-E4EB04C4B0D6}" srcId="{8EFD0C9A-1712-47B4-B75E-A33A34429EF7}" destId="{DACDAD83-0E73-4037-AB85-0978CCB82428}" srcOrd="4" destOrd="0" parTransId="{B2C1BA82-DFFF-4EA2-BAF1-37C0D6749B01}" sibTransId="{A507732A-0FB9-4E84-8C34-B7C9C47E7AC9}"/>
    <dgm:cxn modelId="{C0D63C0B-A230-46A5-A702-58D5B560DA77}" type="presOf" srcId="{60E380D1-FDA6-49FD-B487-8DCFCB705A98}" destId="{ADB5F4D6-8E6E-4536-ABE9-37BCFC2CA7AD}" srcOrd="0" destOrd="0" presId="urn:microsoft.com/office/officeart/2005/8/layout/default"/>
    <dgm:cxn modelId="{0E92CF0B-24E9-4A09-9CF7-0E2431FFD06A}" type="presOf" srcId="{DFBB5FB1-C3C9-4E67-B852-635791D7038A}" destId="{C7CEA83B-8780-4A5C-BAC3-A9697C50D2E0}" srcOrd="0" destOrd="0" presId="urn:microsoft.com/office/officeart/2005/8/layout/default"/>
    <dgm:cxn modelId="{34E6A70D-912E-4D63-9119-B42AEE47878A}" srcId="{8EFD0C9A-1712-47B4-B75E-A33A34429EF7}" destId="{12654609-C737-486E-B75F-47259AE0B700}" srcOrd="9" destOrd="0" parTransId="{C25B9139-40D9-446C-8A18-BCBE8CD6D64D}" sibTransId="{E8928620-1D38-4CA2-B716-96C1EC1E5A03}"/>
    <dgm:cxn modelId="{26885511-EA00-450A-A5B6-6238FAAE76F4}" srcId="{8EFD0C9A-1712-47B4-B75E-A33A34429EF7}" destId="{25A0C707-2E98-415B-98E1-8817E9E1A524}" srcOrd="1" destOrd="0" parTransId="{4196BF97-57E0-4EA3-BB15-0BC76F80F9E8}" sibTransId="{CF8BD770-7BDF-4A3E-87D2-7A1D005CE603}"/>
    <dgm:cxn modelId="{4980001F-35AF-4BCF-A364-E6FB2D15D0FF}" srcId="{8EFD0C9A-1712-47B4-B75E-A33A34429EF7}" destId="{EE1F6949-93E0-4638-B259-E6E014B0A646}" srcOrd="8" destOrd="0" parTransId="{FDCF5BA7-8DCD-4A0F-A428-3639C7A50DF3}" sibTransId="{BA6070BD-CD59-4EBD-A7A7-969A2982EFA5}"/>
    <dgm:cxn modelId="{8156CB35-975C-4990-9323-D72F7BA6E18C}" type="presOf" srcId="{DACDAD83-0E73-4037-AB85-0978CCB82428}" destId="{58D355C1-FE20-4188-8C16-ED07A983A299}" srcOrd="0" destOrd="0" presId="urn:microsoft.com/office/officeart/2005/8/layout/default"/>
    <dgm:cxn modelId="{89B15666-4BD9-43E0-AF8D-7F89172A6B72}" type="presOf" srcId="{8EFD0C9A-1712-47B4-B75E-A33A34429EF7}" destId="{DE7AE72A-DF15-4F03-B299-3E701621DF7C}" srcOrd="0" destOrd="0" presId="urn:microsoft.com/office/officeart/2005/8/layout/default"/>
    <dgm:cxn modelId="{CE50FD66-6737-4A5A-A5A5-05B09E70794E}" type="presOf" srcId="{12654609-C737-486E-B75F-47259AE0B700}" destId="{2948CBE7-9766-440A-B0B8-CC75D2EAD0C9}" srcOrd="0" destOrd="0" presId="urn:microsoft.com/office/officeart/2005/8/layout/default"/>
    <dgm:cxn modelId="{F32FEE48-4DC1-41C6-A1F4-3C200D747090}" type="presOf" srcId="{AB05CB69-D895-4CA2-9FDD-4660B8B1CF49}" destId="{EFCB4C6D-3A20-4FB1-8EB7-B326B55CD57B}" srcOrd="0" destOrd="0" presId="urn:microsoft.com/office/officeart/2005/8/layout/default"/>
    <dgm:cxn modelId="{17086C71-4796-49E3-A75F-44AC7B3112AC}" type="presOf" srcId="{25A0C707-2E98-415B-98E1-8817E9E1A524}" destId="{4AE4AF55-4184-421A-A74C-81BDD1BBBC3B}" srcOrd="0" destOrd="0" presId="urn:microsoft.com/office/officeart/2005/8/layout/default"/>
    <dgm:cxn modelId="{E7C66481-14C0-45F4-8CB9-C3874275FEF0}" srcId="{8EFD0C9A-1712-47B4-B75E-A33A34429EF7}" destId="{AB05CB69-D895-4CA2-9FDD-4660B8B1CF49}" srcOrd="0" destOrd="0" parTransId="{066AB8F7-4F4C-4782-A976-FEBE8B424E63}" sibTransId="{0E44CA1C-4764-4770-9E95-1239C815CD71}"/>
    <dgm:cxn modelId="{37E84DA6-2F4A-435A-8D64-3FE9D120DC73}" srcId="{8EFD0C9A-1712-47B4-B75E-A33A34429EF7}" destId="{60E380D1-FDA6-49FD-B487-8DCFCB705A98}" srcOrd="2" destOrd="0" parTransId="{910589A5-CF4C-4D26-BC84-703570FDCA4B}" sibTransId="{02A7B0D1-12BA-43F9-98ED-AF9FAEEC93A8}"/>
    <dgm:cxn modelId="{8F83D3B7-31C9-4548-9B99-962EAF1B759E}" srcId="{8EFD0C9A-1712-47B4-B75E-A33A34429EF7}" destId="{F74F6103-1C50-4B3A-BC48-AE5EF006E4EE}" srcOrd="3" destOrd="0" parTransId="{3AEDAB93-F30F-45CB-A04C-C820CA93A086}" sibTransId="{9F0744CD-0020-41B7-AD2A-2095D11DC60E}"/>
    <dgm:cxn modelId="{F4A43BC1-A826-45B3-84C2-8E3DBA4513E7}" type="presOf" srcId="{EE1F6949-93E0-4638-B259-E6E014B0A646}" destId="{2E930AC5-9279-4E8A-9807-D5F1B3BA194B}" srcOrd="0" destOrd="0" presId="urn:microsoft.com/office/officeart/2005/8/layout/default"/>
    <dgm:cxn modelId="{36C4AECB-AE9D-4594-A417-FF020782B110}" srcId="{8EFD0C9A-1712-47B4-B75E-A33A34429EF7}" destId="{DFBB5FB1-C3C9-4E67-B852-635791D7038A}" srcOrd="7" destOrd="0" parTransId="{BBC16EB3-743C-4436-9320-9D6D672BF0CB}" sibTransId="{25CD9831-DBE2-4A84-AC23-3B53EAFDB751}"/>
    <dgm:cxn modelId="{F47283D3-0C6B-4F56-9B43-A1B387B2C94F}" type="presOf" srcId="{8655FE15-7A8B-47FA-AF1D-55623901AC3C}" destId="{583EF0BF-D313-4D83-969F-F8668AE38495}" srcOrd="0" destOrd="0" presId="urn:microsoft.com/office/officeart/2005/8/layout/default"/>
    <dgm:cxn modelId="{816279E3-3EC5-4AF3-8EBE-47B6D16969C6}" srcId="{8EFD0C9A-1712-47B4-B75E-A33A34429EF7}" destId="{775FFA55-3737-45EB-8FB8-5A7BE92E3844}" srcOrd="5" destOrd="0" parTransId="{F478D3EE-D522-445D-96D8-9926A67C7A39}" sibTransId="{EBFBF1F7-D667-4459-A3C4-F81C6960B832}"/>
    <dgm:cxn modelId="{111A32E9-F828-4D8D-B6DA-CA5E15CB5551}" type="presOf" srcId="{F74F6103-1C50-4B3A-BC48-AE5EF006E4EE}" destId="{3C101EF9-F9F4-4DDA-A809-4B9C43775D29}" srcOrd="0" destOrd="0" presId="urn:microsoft.com/office/officeart/2005/8/layout/default"/>
    <dgm:cxn modelId="{DC1771F2-112E-46F1-A875-C8DAFF942371}" srcId="{8EFD0C9A-1712-47B4-B75E-A33A34429EF7}" destId="{8655FE15-7A8B-47FA-AF1D-55623901AC3C}" srcOrd="6" destOrd="0" parTransId="{97573343-4530-4822-A7A7-903D7305AD24}" sibTransId="{B39DD251-098B-43CF-9AA8-00C2E5366C80}"/>
    <dgm:cxn modelId="{8356DED3-DCA1-4E09-94F3-55382FD680AF}" type="presParOf" srcId="{DE7AE72A-DF15-4F03-B299-3E701621DF7C}" destId="{EFCB4C6D-3A20-4FB1-8EB7-B326B55CD57B}" srcOrd="0" destOrd="0" presId="urn:microsoft.com/office/officeart/2005/8/layout/default"/>
    <dgm:cxn modelId="{7D7A46F0-5938-4554-95D2-C6FB73C93978}" type="presParOf" srcId="{DE7AE72A-DF15-4F03-B299-3E701621DF7C}" destId="{EF2FE88C-C358-4639-BA99-907F5F9B0404}" srcOrd="1" destOrd="0" presId="urn:microsoft.com/office/officeart/2005/8/layout/default"/>
    <dgm:cxn modelId="{244012FD-4075-4AF8-9003-1A1C7B61F12A}" type="presParOf" srcId="{DE7AE72A-DF15-4F03-B299-3E701621DF7C}" destId="{4AE4AF55-4184-421A-A74C-81BDD1BBBC3B}" srcOrd="2" destOrd="0" presId="urn:microsoft.com/office/officeart/2005/8/layout/default"/>
    <dgm:cxn modelId="{FA96BE63-BF32-40A2-A94E-9553FEF5EA57}" type="presParOf" srcId="{DE7AE72A-DF15-4F03-B299-3E701621DF7C}" destId="{0E858F66-0558-4547-AE64-D169166CDF30}" srcOrd="3" destOrd="0" presId="urn:microsoft.com/office/officeart/2005/8/layout/default"/>
    <dgm:cxn modelId="{4E67432A-9915-4885-B765-749E066A05B7}" type="presParOf" srcId="{DE7AE72A-DF15-4F03-B299-3E701621DF7C}" destId="{ADB5F4D6-8E6E-4536-ABE9-37BCFC2CA7AD}" srcOrd="4" destOrd="0" presId="urn:microsoft.com/office/officeart/2005/8/layout/default"/>
    <dgm:cxn modelId="{5CF8E1B8-046C-4770-84B1-224A7FA17ED2}" type="presParOf" srcId="{DE7AE72A-DF15-4F03-B299-3E701621DF7C}" destId="{9DE1CA1B-EA6E-4B95-B659-90EC3C8F8E63}" srcOrd="5" destOrd="0" presId="urn:microsoft.com/office/officeart/2005/8/layout/default"/>
    <dgm:cxn modelId="{8570A5CF-9243-4908-ABDA-0AB7E1368832}" type="presParOf" srcId="{DE7AE72A-DF15-4F03-B299-3E701621DF7C}" destId="{3C101EF9-F9F4-4DDA-A809-4B9C43775D29}" srcOrd="6" destOrd="0" presId="urn:microsoft.com/office/officeart/2005/8/layout/default"/>
    <dgm:cxn modelId="{176C01BD-67C8-4397-8898-3794A3145280}" type="presParOf" srcId="{DE7AE72A-DF15-4F03-B299-3E701621DF7C}" destId="{97811177-CBE2-43D4-B701-39F6410F1394}" srcOrd="7" destOrd="0" presId="urn:microsoft.com/office/officeart/2005/8/layout/default"/>
    <dgm:cxn modelId="{92284DEC-ED54-4EBC-8B11-505F485D25BA}" type="presParOf" srcId="{DE7AE72A-DF15-4F03-B299-3E701621DF7C}" destId="{58D355C1-FE20-4188-8C16-ED07A983A299}" srcOrd="8" destOrd="0" presId="urn:microsoft.com/office/officeart/2005/8/layout/default"/>
    <dgm:cxn modelId="{8AC62423-32F4-41ED-BF1F-32EB8F6346C2}" type="presParOf" srcId="{DE7AE72A-DF15-4F03-B299-3E701621DF7C}" destId="{AE1AC466-BA22-452D-8F6E-8A73309BFCEA}" srcOrd="9" destOrd="0" presId="urn:microsoft.com/office/officeart/2005/8/layout/default"/>
    <dgm:cxn modelId="{70CCD377-38F1-42B5-9DE2-FFC26499F273}" type="presParOf" srcId="{DE7AE72A-DF15-4F03-B299-3E701621DF7C}" destId="{69AD6A39-E874-4A56-A227-23B5C837E6A2}" srcOrd="10" destOrd="0" presId="urn:microsoft.com/office/officeart/2005/8/layout/default"/>
    <dgm:cxn modelId="{27021245-7B86-4E5C-9066-CB0642CD6FC6}" type="presParOf" srcId="{DE7AE72A-DF15-4F03-B299-3E701621DF7C}" destId="{FDE0EDFD-C8ED-42AC-9674-011A6F6E7F7F}" srcOrd="11" destOrd="0" presId="urn:microsoft.com/office/officeart/2005/8/layout/default"/>
    <dgm:cxn modelId="{A0DB99A0-5B40-4C36-9235-B3C48F4CDF78}" type="presParOf" srcId="{DE7AE72A-DF15-4F03-B299-3E701621DF7C}" destId="{583EF0BF-D313-4D83-969F-F8668AE38495}" srcOrd="12" destOrd="0" presId="urn:microsoft.com/office/officeart/2005/8/layout/default"/>
    <dgm:cxn modelId="{F6997080-62CC-4D3D-9172-DB09CFC884DB}" type="presParOf" srcId="{DE7AE72A-DF15-4F03-B299-3E701621DF7C}" destId="{415B47E5-AA19-45C6-AE75-25C9193DCD89}" srcOrd="13" destOrd="0" presId="urn:microsoft.com/office/officeart/2005/8/layout/default"/>
    <dgm:cxn modelId="{9C23FDA2-8FE1-4058-9E14-A415D6262B5D}" type="presParOf" srcId="{DE7AE72A-DF15-4F03-B299-3E701621DF7C}" destId="{C7CEA83B-8780-4A5C-BAC3-A9697C50D2E0}" srcOrd="14" destOrd="0" presId="urn:microsoft.com/office/officeart/2005/8/layout/default"/>
    <dgm:cxn modelId="{0C1481E6-6C6A-4999-987B-CFCEE712F0D6}" type="presParOf" srcId="{DE7AE72A-DF15-4F03-B299-3E701621DF7C}" destId="{05F2E405-FCD6-42C7-BC67-4BDD2957D275}" srcOrd="15" destOrd="0" presId="urn:microsoft.com/office/officeart/2005/8/layout/default"/>
    <dgm:cxn modelId="{13359785-1128-4E19-938A-3F71A8B1C895}" type="presParOf" srcId="{DE7AE72A-DF15-4F03-B299-3E701621DF7C}" destId="{2E930AC5-9279-4E8A-9807-D5F1B3BA194B}" srcOrd="16" destOrd="0" presId="urn:microsoft.com/office/officeart/2005/8/layout/default"/>
    <dgm:cxn modelId="{E819727B-0A85-41B6-985A-D13612DE84E1}" type="presParOf" srcId="{DE7AE72A-DF15-4F03-B299-3E701621DF7C}" destId="{54BE97BF-879E-4396-B25C-E787B1F6BE7E}" srcOrd="17" destOrd="0" presId="urn:microsoft.com/office/officeart/2005/8/layout/default"/>
    <dgm:cxn modelId="{82CA0E17-6B94-430E-A316-CE9979125343}" type="presParOf" srcId="{DE7AE72A-DF15-4F03-B299-3E701621DF7C}" destId="{2948CBE7-9766-440A-B0B8-CC75D2EAD0C9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23D329-86F0-4A18-8F82-11BD1B7EED9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2CE7EC-7F45-42AA-9954-85E3513D014F}">
      <dgm:prSet/>
      <dgm:spPr/>
      <dgm:t>
        <a:bodyPr/>
        <a:lstStyle/>
        <a:p>
          <a:r>
            <a:rPr lang="en-US" dirty="0"/>
            <a:t>Exploring different optimizers (e.g., Adam, RMSprop, Ada-Grad) instead of only GD</a:t>
          </a:r>
        </a:p>
      </dgm:t>
    </dgm:pt>
    <dgm:pt modelId="{2A601C87-5AC2-4BA2-AF42-1EF0E5366333}" type="parTrans" cxnId="{C640D107-274F-4906-A1E8-48B9381EA9FC}">
      <dgm:prSet/>
      <dgm:spPr/>
      <dgm:t>
        <a:bodyPr/>
        <a:lstStyle/>
        <a:p>
          <a:endParaRPr lang="en-US"/>
        </a:p>
      </dgm:t>
    </dgm:pt>
    <dgm:pt modelId="{FAF392E9-9B22-4ECE-9AE3-55E081334DFB}" type="sibTrans" cxnId="{C640D107-274F-4906-A1E8-48B9381EA9FC}">
      <dgm:prSet/>
      <dgm:spPr/>
      <dgm:t>
        <a:bodyPr/>
        <a:lstStyle/>
        <a:p>
          <a:endParaRPr lang="en-US"/>
        </a:p>
      </dgm:t>
    </dgm:pt>
    <dgm:pt modelId="{8FF3C521-C0DC-4E6D-A317-7F1161E86F9E}">
      <dgm:prSet/>
      <dgm:spPr/>
      <dgm:t>
        <a:bodyPr/>
        <a:lstStyle/>
        <a:p>
          <a:r>
            <a:rPr lang="en-US" dirty="0"/>
            <a:t>Replacing basic gradient descent with Stochastic Gradient Descent (SGD)</a:t>
          </a:r>
        </a:p>
      </dgm:t>
    </dgm:pt>
    <dgm:pt modelId="{FC1ACE3B-03E1-4307-B216-6CC5E761FCD5}" type="parTrans" cxnId="{5E6F2F7A-B0CE-4961-B18A-B4C57495AF09}">
      <dgm:prSet/>
      <dgm:spPr/>
      <dgm:t>
        <a:bodyPr/>
        <a:lstStyle/>
        <a:p>
          <a:endParaRPr lang="en-US"/>
        </a:p>
      </dgm:t>
    </dgm:pt>
    <dgm:pt modelId="{1E6082B2-D673-4E53-894D-9DA44545B34E}" type="sibTrans" cxnId="{5E6F2F7A-B0CE-4961-B18A-B4C57495AF09}">
      <dgm:prSet/>
      <dgm:spPr/>
      <dgm:t>
        <a:bodyPr/>
        <a:lstStyle/>
        <a:p>
          <a:endParaRPr lang="en-US"/>
        </a:p>
      </dgm:t>
    </dgm:pt>
    <dgm:pt modelId="{7B5C82C5-1DDD-4C20-BD55-2E01D5417348}">
      <dgm:prSet/>
      <dgm:spPr/>
      <dgm:t>
        <a:bodyPr/>
        <a:lstStyle/>
        <a:p>
          <a:r>
            <a:rPr lang="en-US"/>
            <a:t>Testing different weight initialization strategies (e.g., Xavier, He initialization)</a:t>
          </a:r>
        </a:p>
      </dgm:t>
    </dgm:pt>
    <dgm:pt modelId="{9352237F-6178-4E68-84C4-40433999A002}" type="parTrans" cxnId="{F0D26608-DCB6-48D2-95FE-BB8198EBD4A0}">
      <dgm:prSet/>
      <dgm:spPr/>
      <dgm:t>
        <a:bodyPr/>
        <a:lstStyle/>
        <a:p>
          <a:endParaRPr lang="en-US"/>
        </a:p>
      </dgm:t>
    </dgm:pt>
    <dgm:pt modelId="{3814064C-891C-4249-BF86-E1CC30030A31}" type="sibTrans" cxnId="{F0D26608-DCB6-48D2-95FE-BB8198EBD4A0}">
      <dgm:prSet/>
      <dgm:spPr/>
      <dgm:t>
        <a:bodyPr/>
        <a:lstStyle/>
        <a:p>
          <a:endParaRPr lang="en-US"/>
        </a:p>
      </dgm:t>
    </dgm:pt>
    <dgm:pt modelId="{D1313A60-7220-40FD-8021-54F004E85534}">
      <dgm:prSet/>
      <dgm:spPr/>
      <dgm:t>
        <a:bodyPr/>
        <a:lstStyle/>
        <a:p>
          <a:r>
            <a:rPr lang="en-US"/>
            <a:t>Experimenting with adaptive learning rate techniques</a:t>
          </a:r>
        </a:p>
      </dgm:t>
    </dgm:pt>
    <dgm:pt modelId="{08248E87-D378-418C-82D3-737F4B5356AF}" type="parTrans" cxnId="{9FA72A23-ACC6-4CDE-A1BC-B9B789AED395}">
      <dgm:prSet/>
      <dgm:spPr/>
      <dgm:t>
        <a:bodyPr/>
        <a:lstStyle/>
        <a:p>
          <a:endParaRPr lang="en-US"/>
        </a:p>
      </dgm:t>
    </dgm:pt>
    <dgm:pt modelId="{E0775333-B77A-4800-A9EB-64573CA2D640}" type="sibTrans" cxnId="{9FA72A23-ACC6-4CDE-A1BC-B9B789AED395}">
      <dgm:prSet/>
      <dgm:spPr/>
      <dgm:t>
        <a:bodyPr/>
        <a:lstStyle/>
        <a:p>
          <a:endParaRPr lang="en-US"/>
        </a:p>
      </dgm:t>
    </dgm:pt>
    <dgm:pt modelId="{90C35E33-006A-4B53-9430-0962D38E4593}">
      <dgm:prSet/>
      <dgm:spPr/>
      <dgm:t>
        <a:bodyPr/>
        <a:lstStyle/>
        <a:p>
          <a:r>
            <a:rPr lang="en-US"/>
            <a:t>Evaluating the effect of different loss functions for imbalanced datasets</a:t>
          </a:r>
        </a:p>
      </dgm:t>
    </dgm:pt>
    <dgm:pt modelId="{3A5D093F-C359-4EBA-A9E9-E4416027AC79}" type="parTrans" cxnId="{138827C5-B29A-4C31-9D16-66714126B862}">
      <dgm:prSet/>
      <dgm:spPr/>
      <dgm:t>
        <a:bodyPr/>
        <a:lstStyle/>
        <a:p>
          <a:endParaRPr lang="en-US"/>
        </a:p>
      </dgm:t>
    </dgm:pt>
    <dgm:pt modelId="{F5AE4F09-63E9-42AB-AB78-2A50439112B5}" type="sibTrans" cxnId="{138827C5-B29A-4C31-9D16-66714126B862}">
      <dgm:prSet/>
      <dgm:spPr/>
      <dgm:t>
        <a:bodyPr/>
        <a:lstStyle/>
        <a:p>
          <a:endParaRPr lang="en-US"/>
        </a:p>
      </dgm:t>
    </dgm:pt>
    <dgm:pt modelId="{8E93D69E-9BC5-4B4C-A7DF-23A03D4E6918}">
      <dgm:prSet/>
      <dgm:spPr/>
      <dgm:t>
        <a:bodyPr/>
        <a:lstStyle/>
        <a:p>
          <a:r>
            <a:rPr lang="en-US" b="0" i="0" u="none"/>
            <a:t>Work with multi-class</a:t>
          </a:r>
          <a:endParaRPr lang="en-US" dirty="0"/>
        </a:p>
      </dgm:t>
    </dgm:pt>
    <dgm:pt modelId="{91CCBD3E-77F7-A54B-A941-ADD9490C0848}" type="parTrans" cxnId="{BF92AD13-A67A-424E-BB34-CEF5EEAE6B36}">
      <dgm:prSet/>
      <dgm:spPr/>
      <dgm:t>
        <a:bodyPr/>
        <a:lstStyle/>
        <a:p>
          <a:endParaRPr lang="en-US"/>
        </a:p>
      </dgm:t>
    </dgm:pt>
    <dgm:pt modelId="{384D9CD0-6ACA-D54B-AE13-EEB82BF7735F}" type="sibTrans" cxnId="{BF92AD13-A67A-424E-BB34-CEF5EEAE6B36}">
      <dgm:prSet/>
      <dgm:spPr/>
      <dgm:t>
        <a:bodyPr/>
        <a:lstStyle/>
        <a:p>
          <a:endParaRPr lang="en-US"/>
        </a:p>
      </dgm:t>
    </dgm:pt>
    <dgm:pt modelId="{B63AC0C8-AA16-A84B-92D6-679F5A77DA7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 dirty="0"/>
            <a:t>Different number of hidden layer</a:t>
          </a:r>
          <a:r>
            <a:rPr lang="en-US" b="0" i="0" dirty="0"/>
            <a:t>​</a:t>
          </a:r>
          <a:endParaRPr lang="en-US" dirty="0"/>
        </a:p>
      </dgm:t>
    </dgm:pt>
    <dgm:pt modelId="{9F44CEAC-A777-9645-B98C-884C324EBFB9}" type="parTrans" cxnId="{85ADB9C6-1237-4642-9D59-7124BEFB3FBD}">
      <dgm:prSet/>
      <dgm:spPr/>
      <dgm:t>
        <a:bodyPr/>
        <a:lstStyle/>
        <a:p>
          <a:endParaRPr lang="en-US"/>
        </a:p>
      </dgm:t>
    </dgm:pt>
    <dgm:pt modelId="{3ED67CFA-F44B-364B-85F5-79DB3B85AC4A}" type="sibTrans" cxnId="{85ADB9C6-1237-4642-9D59-7124BEFB3FBD}">
      <dgm:prSet/>
      <dgm:spPr/>
      <dgm:t>
        <a:bodyPr/>
        <a:lstStyle/>
        <a:p>
          <a:endParaRPr lang="en-US"/>
        </a:p>
      </dgm:t>
    </dgm:pt>
    <dgm:pt modelId="{40D4054C-BD48-F14F-A676-98DAF0375B8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Different number of neurons in each layer</a:t>
          </a:r>
          <a:endParaRPr lang="en-US" b="0" i="0"/>
        </a:p>
      </dgm:t>
    </dgm:pt>
    <dgm:pt modelId="{D5B01238-3A87-D242-B5A5-EA58B2DA861C}" type="parTrans" cxnId="{BDDEA07F-AA43-A24F-998B-656ED5BCBF45}">
      <dgm:prSet/>
      <dgm:spPr/>
      <dgm:t>
        <a:bodyPr/>
        <a:lstStyle/>
        <a:p>
          <a:endParaRPr lang="en-US"/>
        </a:p>
      </dgm:t>
    </dgm:pt>
    <dgm:pt modelId="{9676F61E-6646-1F4D-BC2F-720CB28E3A2D}" type="sibTrans" cxnId="{BDDEA07F-AA43-A24F-998B-656ED5BCBF45}">
      <dgm:prSet/>
      <dgm:spPr/>
      <dgm:t>
        <a:bodyPr/>
        <a:lstStyle/>
        <a:p>
          <a:endParaRPr lang="en-US"/>
        </a:p>
      </dgm:t>
    </dgm:pt>
    <dgm:pt modelId="{7DF312B3-E696-4ABF-B694-56FCFF00FB48}" type="pres">
      <dgm:prSet presAssocID="{0C23D329-86F0-4A18-8F82-11BD1B7EED9D}" presName="linear" presStyleCnt="0">
        <dgm:presLayoutVars>
          <dgm:dir/>
          <dgm:animLvl val="lvl"/>
          <dgm:resizeHandles val="exact"/>
        </dgm:presLayoutVars>
      </dgm:prSet>
      <dgm:spPr/>
    </dgm:pt>
    <dgm:pt modelId="{94EEAE66-8580-BD46-B3DE-B51F5C800B96}" type="pres">
      <dgm:prSet presAssocID="{8E93D69E-9BC5-4B4C-A7DF-23A03D4E6918}" presName="parentLin" presStyleCnt="0"/>
      <dgm:spPr/>
    </dgm:pt>
    <dgm:pt modelId="{1BB80B39-C39C-9D4B-AC4D-6150199D32BF}" type="pres">
      <dgm:prSet presAssocID="{8E93D69E-9BC5-4B4C-A7DF-23A03D4E6918}" presName="parentLeftMargin" presStyleLbl="node1" presStyleIdx="0" presStyleCnt="8"/>
      <dgm:spPr/>
    </dgm:pt>
    <dgm:pt modelId="{04F660C9-3CB3-2243-B79A-FC35E5DC942A}" type="pres">
      <dgm:prSet presAssocID="{8E93D69E-9BC5-4B4C-A7DF-23A03D4E6918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F1F8EFC3-0929-A644-AEA1-54C7C4F80C28}" type="pres">
      <dgm:prSet presAssocID="{8E93D69E-9BC5-4B4C-A7DF-23A03D4E6918}" presName="negativeSpace" presStyleCnt="0"/>
      <dgm:spPr/>
    </dgm:pt>
    <dgm:pt modelId="{90D23DA8-76ED-704A-9F91-848028B1949C}" type="pres">
      <dgm:prSet presAssocID="{8E93D69E-9BC5-4B4C-A7DF-23A03D4E6918}" presName="childText" presStyleLbl="conFgAcc1" presStyleIdx="0" presStyleCnt="8">
        <dgm:presLayoutVars>
          <dgm:bulletEnabled val="1"/>
        </dgm:presLayoutVars>
      </dgm:prSet>
      <dgm:spPr/>
    </dgm:pt>
    <dgm:pt modelId="{DCC3EF2C-E441-4A45-9D79-8C5C938100EF}" type="pres">
      <dgm:prSet presAssocID="{384D9CD0-6ACA-D54B-AE13-EEB82BF7735F}" presName="spaceBetweenRectangles" presStyleCnt="0"/>
      <dgm:spPr/>
    </dgm:pt>
    <dgm:pt modelId="{638007C1-5F8E-574C-8E3F-50516780A1B9}" type="pres">
      <dgm:prSet presAssocID="{B63AC0C8-AA16-A84B-92D6-679F5A77DA71}" presName="parentLin" presStyleCnt="0"/>
      <dgm:spPr/>
    </dgm:pt>
    <dgm:pt modelId="{440294C7-776B-414C-BF3A-817944C07F95}" type="pres">
      <dgm:prSet presAssocID="{B63AC0C8-AA16-A84B-92D6-679F5A77DA71}" presName="parentLeftMargin" presStyleLbl="node1" presStyleIdx="0" presStyleCnt="8"/>
      <dgm:spPr/>
    </dgm:pt>
    <dgm:pt modelId="{AEFA145D-6995-AE42-B4B5-9C931E672DA5}" type="pres">
      <dgm:prSet presAssocID="{B63AC0C8-AA16-A84B-92D6-679F5A77DA7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A7C32F64-4C2D-3C4C-ACEF-1F4A46A435E2}" type="pres">
      <dgm:prSet presAssocID="{B63AC0C8-AA16-A84B-92D6-679F5A77DA71}" presName="negativeSpace" presStyleCnt="0"/>
      <dgm:spPr/>
    </dgm:pt>
    <dgm:pt modelId="{76AD3730-AD47-0C42-85C0-15AC7C2EAEB5}" type="pres">
      <dgm:prSet presAssocID="{B63AC0C8-AA16-A84B-92D6-679F5A77DA71}" presName="childText" presStyleLbl="conFgAcc1" presStyleIdx="1" presStyleCnt="8">
        <dgm:presLayoutVars>
          <dgm:bulletEnabled val="1"/>
        </dgm:presLayoutVars>
      </dgm:prSet>
      <dgm:spPr/>
    </dgm:pt>
    <dgm:pt modelId="{81EC39AE-950A-DC48-9562-3B456824BECE}" type="pres">
      <dgm:prSet presAssocID="{3ED67CFA-F44B-364B-85F5-79DB3B85AC4A}" presName="spaceBetweenRectangles" presStyleCnt="0"/>
      <dgm:spPr/>
    </dgm:pt>
    <dgm:pt modelId="{E18636EA-FB65-DD47-9E6D-60BA5E6473A5}" type="pres">
      <dgm:prSet presAssocID="{40D4054C-BD48-F14F-A676-98DAF0375B8E}" presName="parentLin" presStyleCnt="0"/>
      <dgm:spPr/>
    </dgm:pt>
    <dgm:pt modelId="{F47D9E61-5BC8-D045-8254-57747ACADB65}" type="pres">
      <dgm:prSet presAssocID="{40D4054C-BD48-F14F-A676-98DAF0375B8E}" presName="parentLeftMargin" presStyleLbl="node1" presStyleIdx="1" presStyleCnt="8"/>
      <dgm:spPr/>
    </dgm:pt>
    <dgm:pt modelId="{ED1396F9-54ED-C14D-8260-1C542B2413BA}" type="pres">
      <dgm:prSet presAssocID="{40D4054C-BD48-F14F-A676-98DAF0375B8E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05A537D-7D8D-EB40-8E09-069F054C2E4F}" type="pres">
      <dgm:prSet presAssocID="{40D4054C-BD48-F14F-A676-98DAF0375B8E}" presName="negativeSpace" presStyleCnt="0"/>
      <dgm:spPr/>
    </dgm:pt>
    <dgm:pt modelId="{5E214725-6E14-5D4E-9632-BC4EDEB67E8F}" type="pres">
      <dgm:prSet presAssocID="{40D4054C-BD48-F14F-A676-98DAF0375B8E}" presName="childText" presStyleLbl="conFgAcc1" presStyleIdx="2" presStyleCnt="8">
        <dgm:presLayoutVars>
          <dgm:bulletEnabled val="1"/>
        </dgm:presLayoutVars>
      </dgm:prSet>
      <dgm:spPr/>
    </dgm:pt>
    <dgm:pt modelId="{0B4A3F46-0C79-5D40-9345-A06A865A1447}" type="pres">
      <dgm:prSet presAssocID="{9676F61E-6646-1F4D-BC2F-720CB28E3A2D}" presName="spaceBetweenRectangles" presStyleCnt="0"/>
      <dgm:spPr/>
    </dgm:pt>
    <dgm:pt modelId="{B1EA5B03-6FB8-44EB-9A54-6362F1CEB53B}" type="pres">
      <dgm:prSet presAssocID="{832CE7EC-7F45-42AA-9954-85E3513D014F}" presName="parentLin" presStyleCnt="0"/>
      <dgm:spPr/>
    </dgm:pt>
    <dgm:pt modelId="{24D379F0-B780-4D62-A4DF-76CD179FBAFC}" type="pres">
      <dgm:prSet presAssocID="{832CE7EC-7F45-42AA-9954-85E3513D014F}" presName="parentLeftMargin" presStyleLbl="node1" presStyleIdx="2" presStyleCnt="8"/>
      <dgm:spPr/>
    </dgm:pt>
    <dgm:pt modelId="{17CDA17B-6CDE-4362-973C-EDA42DF43911}" type="pres">
      <dgm:prSet presAssocID="{832CE7EC-7F45-42AA-9954-85E3513D014F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B7EBC3D2-0C1C-423C-8057-8ACF482FCF5B}" type="pres">
      <dgm:prSet presAssocID="{832CE7EC-7F45-42AA-9954-85E3513D014F}" presName="negativeSpace" presStyleCnt="0"/>
      <dgm:spPr/>
    </dgm:pt>
    <dgm:pt modelId="{997792D7-77D5-4E9D-B49C-20867CB0A357}" type="pres">
      <dgm:prSet presAssocID="{832CE7EC-7F45-42AA-9954-85E3513D014F}" presName="childText" presStyleLbl="conFgAcc1" presStyleIdx="3" presStyleCnt="8">
        <dgm:presLayoutVars>
          <dgm:bulletEnabled val="1"/>
        </dgm:presLayoutVars>
      </dgm:prSet>
      <dgm:spPr/>
    </dgm:pt>
    <dgm:pt modelId="{4BABC400-BE27-45A6-B2CC-71A421E57717}" type="pres">
      <dgm:prSet presAssocID="{FAF392E9-9B22-4ECE-9AE3-55E081334DFB}" presName="spaceBetweenRectangles" presStyleCnt="0"/>
      <dgm:spPr/>
    </dgm:pt>
    <dgm:pt modelId="{C7C0AB0C-5462-4496-8527-6E3E0F876E94}" type="pres">
      <dgm:prSet presAssocID="{8FF3C521-C0DC-4E6D-A317-7F1161E86F9E}" presName="parentLin" presStyleCnt="0"/>
      <dgm:spPr/>
    </dgm:pt>
    <dgm:pt modelId="{50D02BD3-4638-4E34-B929-9BBD6D29FCE8}" type="pres">
      <dgm:prSet presAssocID="{8FF3C521-C0DC-4E6D-A317-7F1161E86F9E}" presName="parentLeftMargin" presStyleLbl="node1" presStyleIdx="3" presStyleCnt="8"/>
      <dgm:spPr/>
    </dgm:pt>
    <dgm:pt modelId="{6FFFE660-4D6C-442B-BE19-0147538A5D2C}" type="pres">
      <dgm:prSet presAssocID="{8FF3C521-C0DC-4E6D-A317-7F1161E86F9E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400FF8DC-A190-4A26-BEF7-2012FDD0384D}" type="pres">
      <dgm:prSet presAssocID="{8FF3C521-C0DC-4E6D-A317-7F1161E86F9E}" presName="negativeSpace" presStyleCnt="0"/>
      <dgm:spPr/>
    </dgm:pt>
    <dgm:pt modelId="{6E545044-875A-4A53-BAEE-0C9E9F0A22AE}" type="pres">
      <dgm:prSet presAssocID="{8FF3C521-C0DC-4E6D-A317-7F1161E86F9E}" presName="childText" presStyleLbl="conFgAcc1" presStyleIdx="4" presStyleCnt="8">
        <dgm:presLayoutVars>
          <dgm:bulletEnabled val="1"/>
        </dgm:presLayoutVars>
      </dgm:prSet>
      <dgm:spPr/>
    </dgm:pt>
    <dgm:pt modelId="{259AC7F8-98D8-46E3-8168-23ECC75C6702}" type="pres">
      <dgm:prSet presAssocID="{1E6082B2-D673-4E53-894D-9DA44545B34E}" presName="spaceBetweenRectangles" presStyleCnt="0"/>
      <dgm:spPr/>
    </dgm:pt>
    <dgm:pt modelId="{FCF6DAE5-1389-453A-ACE3-EB03A7160C51}" type="pres">
      <dgm:prSet presAssocID="{7B5C82C5-1DDD-4C20-BD55-2E01D5417348}" presName="parentLin" presStyleCnt="0"/>
      <dgm:spPr/>
    </dgm:pt>
    <dgm:pt modelId="{3BAE7708-2BD7-4ADF-94F1-3707B80A84CD}" type="pres">
      <dgm:prSet presAssocID="{7B5C82C5-1DDD-4C20-BD55-2E01D5417348}" presName="parentLeftMargin" presStyleLbl="node1" presStyleIdx="4" presStyleCnt="8"/>
      <dgm:spPr/>
    </dgm:pt>
    <dgm:pt modelId="{485C57BB-518A-4531-B1EB-896052E12241}" type="pres">
      <dgm:prSet presAssocID="{7B5C82C5-1DDD-4C20-BD55-2E01D5417348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6F325FD-ABAF-41CF-A965-B044EC321D6F}" type="pres">
      <dgm:prSet presAssocID="{7B5C82C5-1DDD-4C20-BD55-2E01D5417348}" presName="negativeSpace" presStyleCnt="0"/>
      <dgm:spPr/>
    </dgm:pt>
    <dgm:pt modelId="{17C1A91A-313B-46ED-86AD-0DBB05F4E78A}" type="pres">
      <dgm:prSet presAssocID="{7B5C82C5-1DDD-4C20-BD55-2E01D5417348}" presName="childText" presStyleLbl="conFgAcc1" presStyleIdx="5" presStyleCnt="8">
        <dgm:presLayoutVars>
          <dgm:bulletEnabled val="1"/>
        </dgm:presLayoutVars>
      </dgm:prSet>
      <dgm:spPr/>
    </dgm:pt>
    <dgm:pt modelId="{2F0C7B63-20D3-417E-8949-D44052F10FB6}" type="pres">
      <dgm:prSet presAssocID="{3814064C-891C-4249-BF86-E1CC30030A31}" presName="spaceBetweenRectangles" presStyleCnt="0"/>
      <dgm:spPr/>
    </dgm:pt>
    <dgm:pt modelId="{506D0B8A-07BA-4F97-A74A-7AEF2E2B758A}" type="pres">
      <dgm:prSet presAssocID="{D1313A60-7220-40FD-8021-54F004E85534}" presName="parentLin" presStyleCnt="0"/>
      <dgm:spPr/>
    </dgm:pt>
    <dgm:pt modelId="{8036E1E8-E744-4D03-AD74-5760FCE29563}" type="pres">
      <dgm:prSet presAssocID="{D1313A60-7220-40FD-8021-54F004E85534}" presName="parentLeftMargin" presStyleLbl="node1" presStyleIdx="5" presStyleCnt="8"/>
      <dgm:spPr/>
    </dgm:pt>
    <dgm:pt modelId="{3BB89AE8-3FC9-4EEE-B644-9D351AB262E3}" type="pres">
      <dgm:prSet presAssocID="{D1313A60-7220-40FD-8021-54F004E8553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22BE4342-6FFC-4DA9-8510-12792EA88C58}" type="pres">
      <dgm:prSet presAssocID="{D1313A60-7220-40FD-8021-54F004E85534}" presName="negativeSpace" presStyleCnt="0"/>
      <dgm:spPr/>
    </dgm:pt>
    <dgm:pt modelId="{DA8088D4-2436-453E-8658-DEC381AA4746}" type="pres">
      <dgm:prSet presAssocID="{D1313A60-7220-40FD-8021-54F004E85534}" presName="childText" presStyleLbl="conFgAcc1" presStyleIdx="6" presStyleCnt="8">
        <dgm:presLayoutVars>
          <dgm:bulletEnabled val="1"/>
        </dgm:presLayoutVars>
      </dgm:prSet>
      <dgm:spPr/>
    </dgm:pt>
    <dgm:pt modelId="{3FCA20C3-8E6C-42C7-B369-C4233B907CDE}" type="pres">
      <dgm:prSet presAssocID="{E0775333-B77A-4800-A9EB-64573CA2D640}" presName="spaceBetweenRectangles" presStyleCnt="0"/>
      <dgm:spPr/>
    </dgm:pt>
    <dgm:pt modelId="{3C0AED43-54C8-4F02-B629-824325647EF1}" type="pres">
      <dgm:prSet presAssocID="{90C35E33-006A-4B53-9430-0962D38E4593}" presName="parentLin" presStyleCnt="0"/>
      <dgm:spPr/>
    </dgm:pt>
    <dgm:pt modelId="{B5AB1B73-7A84-478C-BFD1-BB3AEE69973F}" type="pres">
      <dgm:prSet presAssocID="{90C35E33-006A-4B53-9430-0962D38E4593}" presName="parentLeftMargin" presStyleLbl="node1" presStyleIdx="6" presStyleCnt="8"/>
      <dgm:spPr/>
    </dgm:pt>
    <dgm:pt modelId="{FC222379-DB20-42B0-9E5E-AF64ACCD614F}" type="pres">
      <dgm:prSet presAssocID="{90C35E33-006A-4B53-9430-0962D38E4593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C5045F9E-BE54-48D4-BD85-86958143047B}" type="pres">
      <dgm:prSet presAssocID="{90C35E33-006A-4B53-9430-0962D38E4593}" presName="negativeSpace" presStyleCnt="0"/>
      <dgm:spPr/>
    </dgm:pt>
    <dgm:pt modelId="{A37F3D8A-3D11-4728-BB7B-29168B6759D7}" type="pres">
      <dgm:prSet presAssocID="{90C35E33-006A-4B53-9430-0962D38E4593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C640D107-274F-4906-A1E8-48B9381EA9FC}" srcId="{0C23D329-86F0-4A18-8F82-11BD1B7EED9D}" destId="{832CE7EC-7F45-42AA-9954-85E3513D014F}" srcOrd="3" destOrd="0" parTransId="{2A601C87-5AC2-4BA2-AF42-1EF0E5366333}" sibTransId="{FAF392E9-9B22-4ECE-9AE3-55E081334DFB}"/>
    <dgm:cxn modelId="{F0D26608-DCB6-48D2-95FE-BB8198EBD4A0}" srcId="{0C23D329-86F0-4A18-8F82-11BD1B7EED9D}" destId="{7B5C82C5-1DDD-4C20-BD55-2E01D5417348}" srcOrd="5" destOrd="0" parTransId="{9352237F-6178-4E68-84C4-40433999A002}" sibTransId="{3814064C-891C-4249-BF86-E1CC30030A31}"/>
    <dgm:cxn modelId="{38B89F0F-EDA0-6441-87E4-2D92032F527C}" type="presOf" srcId="{B63AC0C8-AA16-A84B-92D6-679F5A77DA71}" destId="{AEFA145D-6995-AE42-B4B5-9C931E672DA5}" srcOrd="1" destOrd="0" presId="urn:microsoft.com/office/officeart/2005/8/layout/list1"/>
    <dgm:cxn modelId="{6AE1FB10-0243-704E-9EE4-F60EDCFDD112}" type="presOf" srcId="{8FF3C521-C0DC-4E6D-A317-7F1161E86F9E}" destId="{6FFFE660-4D6C-442B-BE19-0147538A5D2C}" srcOrd="1" destOrd="0" presId="urn:microsoft.com/office/officeart/2005/8/layout/list1"/>
    <dgm:cxn modelId="{BF92AD13-A67A-424E-BB34-CEF5EEAE6B36}" srcId="{0C23D329-86F0-4A18-8F82-11BD1B7EED9D}" destId="{8E93D69E-9BC5-4B4C-A7DF-23A03D4E6918}" srcOrd="0" destOrd="0" parTransId="{91CCBD3E-77F7-A54B-A941-ADD9490C0848}" sibTransId="{384D9CD0-6ACA-D54B-AE13-EEB82BF7735F}"/>
    <dgm:cxn modelId="{2965C01A-5B87-2E46-B69D-0FB8D4E3B572}" type="presOf" srcId="{90C35E33-006A-4B53-9430-0962D38E4593}" destId="{FC222379-DB20-42B0-9E5E-AF64ACCD614F}" srcOrd="1" destOrd="0" presId="urn:microsoft.com/office/officeart/2005/8/layout/list1"/>
    <dgm:cxn modelId="{9FA72A23-ACC6-4CDE-A1BC-B9B789AED395}" srcId="{0C23D329-86F0-4A18-8F82-11BD1B7EED9D}" destId="{D1313A60-7220-40FD-8021-54F004E85534}" srcOrd="6" destOrd="0" parTransId="{08248E87-D378-418C-82D3-737F4B5356AF}" sibTransId="{E0775333-B77A-4800-A9EB-64573CA2D640}"/>
    <dgm:cxn modelId="{0D511533-D2E7-C744-9D0E-278F9127B68E}" type="presOf" srcId="{8E93D69E-9BC5-4B4C-A7DF-23A03D4E6918}" destId="{1BB80B39-C39C-9D4B-AC4D-6150199D32BF}" srcOrd="0" destOrd="0" presId="urn:microsoft.com/office/officeart/2005/8/layout/list1"/>
    <dgm:cxn modelId="{AAA5ED69-C0B8-8C40-A796-8D8F17B88DC0}" type="presOf" srcId="{D1313A60-7220-40FD-8021-54F004E85534}" destId="{3BB89AE8-3FC9-4EEE-B644-9D351AB262E3}" srcOrd="1" destOrd="0" presId="urn:microsoft.com/office/officeart/2005/8/layout/list1"/>
    <dgm:cxn modelId="{F21A7B70-9C7D-5D46-8919-95AED10D68FC}" type="presOf" srcId="{8FF3C521-C0DC-4E6D-A317-7F1161E86F9E}" destId="{50D02BD3-4638-4E34-B929-9BBD6D29FCE8}" srcOrd="0" destOrd="0" presId="urn:microsoft.com/office/officeart/2005/8/layout/list1"/>
    <dgm:cxn modelId="{3CD61E52-4D25-A143-89C2-5A3182CADB72}" type="presOf" srcId="{40D4054C-BD48-F14F-A676-98DAF0375B8E}" destId="{F47D9E61-5BC8-D045-8254-57747ACADB65}" srcOrd="0" destOrd="0" presId="urn:microsoft.com/office/officeart/2005/8/layout/list1"/>
    <dgm:cxn modelId="{CF25BC54-3B2B-4B64-A382-3BBC9C5F44FF}" type="presOf" srcId="{0C23D329-86F0-4A18-8F82-11BD1B7EED9D}" destId="{7DF312B3-E696-4ABF-B694-56FCFF00FB48}" srcOrd="0" destOrd="0" presId="urn:microsoft.com/office/officeart/2005/8/layout/list1"/>
    <dgm:cxn modelId="{5E6F2F7A-B0CE-4961-B18A-B4C57495AF09}" srcId="{0C23D329-86F0-4A18-8F82-11BD1B7EED9D}" destId="{8FF3C521-C0DC-4E6D-A317-7F1161E86F9E}" srcOrd="4" destOrd="0" parTransId="{FC1ACE3B-03E1-4307-B216-6CC5E761FCD5}" sibTransId="{1E6082B2-D673-4E53-894D-9DA44545B34E}"/>
    <dgm:cxn modelId="{BDDEA07F-AA43-A24F-998B-656ED5BCBF45}" srcId="{0C23D329-86F0-4A18-8F82-11BD1B7EED9D}" destId="{40D4054C-BD48-F14F-A676-98DAF0375B8E}" srcOrd="2" destOrd="0" parTransId="{D5B01238-3A87-D242-B5A5-EA58B2DA861C}" sibTransId="{9676F61E-6646-1F4D-BC2F-720CB28E3A2D}"/>
    <dgm:cxn modelId="{47378287-6447-9547-83B9-7675D29709DC}" type="presOf" srcId="{8E93D69E-9BC5-4B4C-A7DF-23A03D4E6918}" destId="{04F660C9-3CB3-2243-B79A-FC35E5DC942A}" srcOrd="1" destOrd="0" presId="urn:microsoft.com/office/officeart/2005/8/layout/list1"/>
    <dgm:cxn modelId="{DBEFE688-FB8C-4047-BE17-37BA932E7D95}" type="presOf" srcId="{B63AC0C8-AA16-A84B-92D6-679F5A77DA71}" destId="{440294C7-776B-414C-BF3A-817944C07F95}" srcOrd="0" destOrd="0" presId="urn:microsoft.com/office/officeart/2005/8/layout/list1"/>
    <dgm:cxn modelId="{1B9D558B-F87A-BD41-894C-7BC70770E33B}" type="presOf" srcId="{90C35E33-006A-4B53-9430-0962D38E4593}" destId="{B5AB1B73-7A84-478C-BFD1-BB3AEE69973F}" srcOrd="0" destOrd="0" presId="urn:microsoft.com/office/officeart/2005/8/layout/list1"/>
    <dgm:cxn modelId="{2C1695C1-40AA-7643-B76F-349AC95CDD08}" type="presOf" srcId="{832CE7EC-7F45-42AA-9954-85E3513D014F}" destId="{17CDA17B-6CDE-4362-973C-EDA42DF43911}" srcOrd="1" destOrd="0" presId="urn:microsoft.com/office/officeart/2005/8/layout/list1"/>
    <dgm:cxn modelId="{BBBBA1C3-3F22-FB4F-B2E3-1923432EDC93}" type="presOf" srcId="{7B5C82C5-1DDD-4C20-BD55-2E01D5417348}" destId="{485C57BB-518A-4531-B1EB-896052E12241}" srcOrd="1" destOrd="0" presId="urn:microsoft.com/office/officeart/2005/8/layout/list1"/>
    <dgm:cxn modelId="{138827C5-B29A-4C31-9D16-66714126B862}" srcId="{0C23D329-86F0-4A18-8F82-11BD1B7EED9D}" destId="{90C35E33-006A-4B53-9430-0962D38E4593}" srcOrd="7" destOrd="0" parTransId="{3A5D093F-C359-4EBA-A9E9-E4416027AC79}" sibTransId="{F5AE4F09-63E9-42AB-AB78-2A50439112B5}"/>
    <dgm:cxn modelId="{85ADB9C6-1237-4642-9D59-7124BEFB3FBD}" srcId="{0C23D329-86F0-4A18-8F82-11BD1B7EED9D}" destId="{B63AC0C8-AA16-A84B-92D6-679F5A77DA71}" srcOrd="1" destOrd="0" parTransId="{9F44CEAC-A777-9645-B98C-884C324EBFB9}" sibTransId="{3ED67CFA-F44B-364B-85F5-79DB3B85AC4A}"/>
    <dgm:cxn modelId="{5E36F1C7-E7F3-BE46-95E4-9D54CAF8986E}" type="presOf" srcId="{832CE7EC-7F45-42AA-9954-85E3513D014F}" destId="{24D379F0-B780-4D62-A4DF-76CD179FBAFC}" srcOrd="0" destOrd="0" presId="urn:microsoft.com/office/officeart/2005/8/layout/list1"/>
    <dgm:cxn modelId="{33140BD4-48EF-A34C-837C-5221911D36A6}" type="presOf" srcId="{7B5C82C5-1DDD-4C20-BD55-2E01D5417348}" destId="{3BAE7708-2BD7-4ADF-94F1-3707B80A84CD}" srcOrd="0" destOrd="0" presId="urn:microsoft.com/office/officeart/2005/8/layout/list1"/>
    <dgm:cxn modelId="{8FF263E9-8A00-7449-91DB-49F63837F018}" type="presOf" srcId="{D1313A60-7220-40FD-8021-54F004E85534}" destId="{8036E1E8-E744-4D03-AD74-5760FCE29563}" srcOrd="0" destOrd="0" presId="urn:microsoft.com/office/officeart/2005/8/layout/list1"/>
    <dgm:cxn modelId="{A0AECBEB-6F66-9342-9FC8-D4A79AD8320D}" type="presOf" srcId="{40D4054C-BD48-F14F-A676-98DAF0375B8E}" destId="{ED1396F9-54ED-C14D-8260-1C542B2413BA}" srcOrd="1" destOrd="0" presId="urn:microsoft.com/office/officeart/2005/8/layout/list1"/>
    <dgm:cxn modelId="{61C2D387-2BA3-C147-8F07-F18EFC193FEB}" type="presParOf" srcId="{7DF312B3-E696-4ABF-B694-56FCFF00FB48}" destId="{94EEAE66-8580-BD46-B3DE-B51F5C800B96}" srcOrd="0" destOrd="0" presId="urn:microsoft.com/office/officeart/2005/8/layout/list1"/>
    <dgm:cxn modelId="{1C465A36-C5EF-D145-8262-F1EE832046B4}" type="presParOf" srcId="{94EEAE66-8580-BD46-B3DE-B51F5C800B96}" destId="{1BB80B39-C39C-9D4B-AC4D-6150199D32BF}" srcOrd="0" destOrd="0" presId="urn:microsoft.com/office/officeart/2005/8/layout/list1"/>
    <dgm:cxn modelId="{A123C730-D6C6-DD48-AB16-C426B38CE0E6}" type="presParOf" srcId="{94EEAE66-8580-BD46-B3DE-B51F5C800B96}" destId="{04F660C9-3CB3-2243-B79A-FC35E5DC942A}" srcOrd="1" destOrd="0" presId="urn:microsoft.com/office/officeart/2005/8/layout/list1"/>
    <dgm:cxn modelId="{5242F9EB-4C59-FA46-A750-D28961CC413F}" type="presParOf" srcId="{7DF312B3-E696-4ABF-B694-56FCFF00FB48}" destId="{F1F8EFC3-0929-A644-AEA1-54C7C4F80C28}" srcOrd="1" destOrd="0" presId="urn:microsoft.com/office/officeart/2005/8/layout/list1"/>
    <dgm:cxn modelId="{F36593B3-8B93-6D43-AE03-0BD666BA69CD}" type="presParOf" srcId="{7DF312B3-E696-4ABF-B694-56FCFF00FB48}" destId="{90D23DA8-76ED-704A-9F91-848028B1949C}" srcOrd="2" destOrd="0" presId="urn:microsoft.com/office/officeart/2005/8/layout/list1"/>
    <dgm:cxn modelId="{4E6F6D81-2094-054E-A4D0-03877B950409}" type="presParOf" srcId="{7DF312B3-E696-4ABF-B694-56FCFF00FB48}" destId="{DCC3EF2C-E441-4A45-9D79-8C5C938100EF}" srcOrd="3" destOrd="0" presId="urn:microsoft.com/office/officeart/2005/8/layout/list1"/>
    <dgm:cxn modelId="{8E82EDA0-F826-CA4A-BB2E-E02B2FE8A93C}" type="presParOf" srcId="{7DF312B3-E696-4ABF-B694-56FCFF00FB48}" destId="{638007C1-5F8E-574C-8E3F-50516780A1B9}" srcOrd="4" destOrd="0" presId="urn:microsoft.com/office/officeart/2005/8/layout/list1"/>
    <dgm:cxn modelId="{A771FF22-5BA5-7746-889D-61BBCCA78D20}" type="presParOf" srcId="{638007C1-5F8E-574C-8E3F-50516780A1B9}" destId="{440294C7-776B-414C-BF3A-817944C07F95}" srcOrd="0" destOrd="0" presId="urn:microsoft.com/office/officeart/2005/8/layout/list1"/>
    <dgm:cxn modelId="{DF1297D0-750B-D74D-BA69-2EEF3B0FB4C8}" type="presParOf" srcId="{638007C1-5F8E-574C-8E3F-50516780A1B9}" destId="{AEFA145D-6995-AE42-B4B5-9C931E672DA5}" srcOrd="1" destOrd="0" presId="urn:microsoft.com/office/officeart/2005/8/layout/list1"/>
    <dgm:cxn modelId="{BBF49A6F-521B-DE42-9982-E4FB4F793159}" type="presParOf" srcId="{7DF312B3-E696-4ABF-B694-56FCFF00FB48}" destId="{A7C32F64-4C2D-3C4C-ACEF-1F4A46A435E2}" srcOrd="5" destOrd="0" presId="urn:microsoft.com/office/officeart/2005/8/layout/list1"/>
    <dgm:cxn modelId="{08652824-9EE3-F148-B214-7E7C3402C8BA}" type="presParOf" srcId="{7DF312B3-E696-4ABF-B694-56FCFF00FB48}" destId="{76AD3730-AD47-0C42-85C0-15AC7C2EAEB5}" srcOrd="6" destOrd="0" presId="urn:microsoft.com/office/officeart/2005/8/layout/list1"/>
    <dgm:cxn modelId="{C8F5C880-1F80-7E4C-B3EA-AAB60128F992}" type="presParOf" srcId="{7DF312B3-E696-4ABF-B694-56FCFF00FB48}" destId="{81EC39AE-950A-DC48-9562-3B456824BECE}" srcOrd="7" destOrd="0" presId="urn:microsoft.com/office/officeart/2005/8/layout/list1"/>
    <dgm:cxn modelId="{4387F889-C0F8-9D40-A99F-AAD5EA6FE69B}" type="presParOf" srcId="{7DF312B3-E696-4ABF-B694-56FCFF00FB48}" destId="{E18636EA-FB65-DD47-9E6D-60BA5E6473A5}" srcOrd="8" destOrd="0" presId="urn:microsoft.com/office/officeart/2005/8/layout/list1"/>
    <dgm:cxn modelId="{6CF2111D-4746-CA43-8357-2DB67C5F6B5A}" type="presParOf" srcId="{E18636EA-FB65-DD47-9E6D-60BA5E6473A5}" destId="{F47D9E61-5BC8-D045-8254-57747ACADB65}" srcOrd="0" destOrd="0" presId="urn:microsoft.com/office/officeart/2005/8/layout/list1"/>
    <dgm:cxn modelId="{A661A89A-7126-F045-89B3-0EB38D0AAE41}" type="presParOf" srcId="{E18636EA-FB65-DD47-9E6D-60BA5E6473A5}" destId="{ED1396F9-54ED-C14D-8260-1C542B2413BA}" srcOrd="1" destOrd="0" presId="urn:microsoft.com/office/officeart/2005/8/layout/list1"/>
    <dgm:cxn modelId="{5D591FF9-462F-5345-8D7F-952D8106903D}" type="presParOf" srcId="{7DF312B3-E696-4ABF-B694-56FCFF00FB48}" destId="{C05A537D-7D8D-EB40-8E09-069F054C2E4F}" srcOrd="9" destOrd="0" presId="urn:microsoft.com/office/officeart/2005/8/layout/list1"/>
    <dgm:cxn modelId="{2C7A2785-D5BD-1044-BB62-22E17DE29F76}" type="presParOf" srcId="{7DF312B3-E696-4ABF-B694-56FCFF00FB48}" destId="{5E214725-6E14-5D4E-9632-BC4EDEB67E8F}" srcOrd="10" destOrd="0" presId="urn:microsoft.com/office/officeart/2005/8/layout/list1"/>
    <dgm:cxn modelId="{155EE472-D01B-7544-B2E7-FB56B7E011DF}" type="presParOf" srcId="{7DF312B3-E696-4ABF-B694-56FCFF00FB48}" destId="{0B4A3F46-0C79-5D40-9345-A06A865A1447}" srcOrd="11" destOrd="0" presId="urn:microsoft.com/office/officeart/2005/8/layout/list1"/>
    <dgm:cxn modelId="{82CACD16-C636-FA4C-804F-F93C8B98A98B}" type="presParOf" srcId="{7DF312B3-E696-4ABF-B694-56FCFF00FB48}" destId="{B1EA5B03-6FB8-44EB-9A54-6362F1CEB53B}" srcOrd="12" destOrd="0" presId="urn:microsoft.com/office/officeart/2005/8/layout/list1"/>
    <dgm:cxn modelId="{AAED43FC-D99D-624A-8579-96EEDA7D2C52}" type="presParOf" srcId="{B1EA5B03-6FB8-44EB-9A54-6362F1CEB53B}" destId="{24D379F0-B780-4D62-A4DF-76CD179FBAFC}" srcOrd="0" destOrd="0" presId="urn:microsoft.com/office/officeart/2005/8/layout/list1"/>
    <dgm:cxn modelId="{3D07732B-6FCC-1E48-BE10-93E57E64A293}" type="presParOf" srcId="{B1EA5B03-6FB8-44EB-9A54-6362F1CEB53B}" destId="{17CDA17B-6CDE-4362-973C-EDA42DF43911}" srcOrd="1" destOrd="0" presId="urn:microsoft.com/office/officeart/2005/8/layout/list1"/>
    <dgm:cxn modelId="{4AED8F4C-903A-9A44-BB78-0573114B5234}" type="presParOf" srcId="{7DF312B3-E696-4ABF-B694-56FCFF00FB48}" destId="{B7EBC3D2-0C1C-423C-8057-8ACF482FCF5B}" srcOrd="13" destOrd="0" presId="urn:microsoft.com/office/officeart/2005/8/layout/list1"/>
    <dgm:cxn modelId="{13E34BAF-02A0-4849-B521-28904BBAA7E4}" type="presParOf" srcId="{7DF312B3-E696-4ABF-B694-56FCFF00FB48}" destId="{997792D7-77D5-4E9D-B49C-20867CB0A357}" srcOrd="14" destOrd="0" presId="urn:microsoft.com/office/officeart/2005/8/layout/list1"/>
    <dgm:cxn modelId="{4858E1FF-5F57-E64E-8575-B186938CAB9C}" type="presParOf" srcId="{7DF312B3-E696-4ABF-B694-56FCFF00FB48}" destId="{4BABC400-BE27-45A6-B2CC-71A421E57717}" srcOrd="15" destOrd="0" presId="urn:microsoft.com/office/officeart/2005/8/layout/list1"/>
    <dgm:cxn modelId="{4BE8A120-F6D3-3840-8380-ED4D05A75E41}" type="presParOf" srcId="{7DF312B3-E696-4ABF-B694-56FCFF00FB48}" destId="{C7C0AB0C-5462-4496-8527-6E3E0F876E94}" srcOrd="16" destOrd="0" presId="urn:microsoft.com/office/officeart/2005/8/layout/list1"/>
    <dgm:cxn modelId="{F7251EFE-5A0D-0C47-ABCE-B69F1FC1A6CF}" type="presParOf" srcId="{C7C0AB0C-5462-4496-8527-6E3E0F876E94}" destId="{50D02BD3-4638-4E34-B929-9BBD6D29FCE8}" srcOrd="0" destOrd="0" presId="urn:microsoft.com/office/officeart/2005/8/layout/list1"/>
    <dgm:cxn modelId="{C3F40905-06E8-C546-91E0-E3F69ABA0C85}" type="presParOf" srcId="{C7C0AB0C-5462-4496-8527-6E3E0F876E94}" destId="{6FFFE660-4D6C-442B-BE19-0147538A5D2C}" srcOrd="1" destOrd="0" presId="urn:microsoft.com/office/officeart/2005/8/layout/list1"/>
    <dgm:cxn modelId="{0C85B326-5A4D-A644-859E-F2C23D0F4716}" type="presParOf" srcId="{7DF312B3-E696-4ABF-B694-56FCFF00FB48}" destId="{400FF8DC-A190-4A26-BEF7-2012FDD0384D}" srcOrd="17" destOrd="0" presId="urn:microsoft.com/office/officeart/2005/8/layout/list1"/>
    <dgm:cxn modelId="{239652B7-3937-154D-82B5-4AE6C7328C95}" type="presParOf" srcId="{7DF312B3-E696-4ABF-B694-56FCFF00FB48}" destId="{6E545044-875A-4A53-BAEE-0C9E9F0A22AE}" srcOrd="18" destOrd="0" presId="urn:microsoft.com/office/officeart/2005/8/layout/list1"/>
    <dgm:cxn modelId="{AD52713F-4CD0-B64C-996B-BEC7E5DA0B69}" type="presParOf" srcId="{7DF312B3-E696-4ABF-B694-56FCFF00FB48}" destId="{259AC7F8-98D8-46E3-8168-23ECC75C6702}" srcOrd="19" destOrd="0" presId="urn:microsoft.com/office/officeart/2005/8/layout/list1"/>
    <dgm:cxn modelId="{F4DD1610-1453-9246-B167-9616BDA40740}" type="presParOf" srcId="{7DF312B3-E696-4ABF-B694-56FCFF00FB48}" destId="{FCF6DAE5-1389-453A-ACE3-EB03A7160C51}" srcOrd="20" destOrd="0" presId="urn:microsoft.com/office/officeart/2005/8/layout/list1"/>
    <dgm:cxn modelId="{4658751A-4E82-CB44-944B-26C33426AFCA}" type="presParOf" srcId="{FCF6DAE5-1389-453A-ACE3-EB03A7160C51}" destId="{3BAE7708-2BD7-4ADF-94F1-3707B80A84CD}" srcOrd="0" destOrd="0" presId="urn:microsoft.com/office/officeart/2005/8/layout/list1"/>
    <dgm:cxn modelId="{83B20CD7-8FF4-7541-A9F9-F6078E289461}" type="presParOf" srcId="{FCF6DAE5-1389-453A-ACE3-EB03A7160C51}" destId="{485C57BB-518A-4531-B1EB-896052E12241}" srcOrd="1" destOrd="0" presId="urn:microsoft.com/office/officeart/2005/8/layout/list1"/>
    <dgm:cxn modelId="{E1E92CB1-BC2A-AA40-A35D-C1B49BB22BF5}" type="presParOf" srcId="{7DF312B3-E696-4ABF-B694-56FCFF00FB48}" destId="{06F325FD-ABAF-41CF-A965-B044EC321D6F}" srcOrd="21" destOrd="0" presId="urn:microsoft.com/office/officeart/2005/8/layout/list1"/>
    <dgm:cxn modelId="{D3C7ED61-31A3-104F-8C19-10C0CA0CD44D}" type="presParOf" srcId="{7DF312B3-E696-4ABF-B694-56FCFF00FB48}" destId="{17C1A91A-313B-46ED-86AD-0DBB05F4E78A}" srcOrd="22" destOrd="0" presId="urn:microsoft.com/office/officeart/2005/8/layout/list1"/>
    <dgm:cxn modelId="{F7658396-EBA6-E546-929A-29416FF12768}" type="presParOf" srcId="{7DF312B3-E696-4ABF-B694-56FCFF00FB48}" destId="{2F0C7B63-20D3-417E-8949-D44052F10FB6}" srcOrd="23" destOrd="0" presId="urn:microsoft.com/office/officeart/2005/8/layout/list1"/>
    <dgm:cxn modelId="{FB1B5749-5EEA-7A4C-9125-2A41AB7E3011}" type="presParOf" srcId="{7DF312B3-E696-4ABF-B694-56FCFF00FB48}" destId="{506D0B8A-07BA-4F97-A74A-7AEF2E2B758A}" srcOrd="24" destOrd="0" presId="urn:microsoft.com/office/officeart/2005/8/layout/list1"/>
    <dgm:cxn modelId="{F9BEAA48-DFDB-7745-BBD0-A305DD0EFA1B}" type="presParOf" srcId="{506D0B8A-07BA-4F97-A74A-7AEF2E2B758A}" destId="{8036E1E8-E744-4D03-AD74-5760FCE29563}" srcOrd="0" destOrd="0" presId="urn:microsoft.com/office/officeart/2005/8/layout/list1"/>
    <dgm:cxn modelId="{FB873797-A776-8648-A487-608A39F31018}" type="presParOf" srcId="{506D0B8A-07BA-4F97-A74A-7AEF2E2B758A}" destId="{3BB89AE8-3FC9-4EEE-B644-9D351AB262E3}" srcOrd="1" destOrd="0" presId="urn:microsoft.com/office/officeart/2005/8/layout/list1"/>
    <dgm:cxn modelId="{E00E5734-081D-9B4F-BE85-435A65796415}" type="presParOf" srcId="{7DF312B3-E696-4ABF-B694-56FCFF00FB48}" destId="{22BE4342-6FFC-4DA9-8510-12792EA88C58}" srcOrd="25" destOrd="0" presId="urn:microsoft.com/office/officeart/2005/8/layout/list1"/>
    <dgm:cxn modelId="{4413B55F-035E-0B4A-B873-35615DF93F6C}" type="presParOf" srcId="{7DF312B3-E696-4ABF-B694-56FCFF00FB48}" destId="{DA8088D4-2436-453E-8658-DEC381AA4746}" srcOrd="26" destOrd="0" presId="urn:microsoft.com/office/officeart/2005/8/layout/list1"/>
    <dgm:cxn modelId="{9911BFAE-CB2D-6049-A801-7D8F2644640D}" type="presParOf" srcId="{7DF312B3-E696-4ABF-B694-56FCFF00FB48}" destId="{3FCA20C3-8E6C-42C7-B369-C4233B907CDE}" srcOrd="27" destOrd="0" presId="urn:microsoft.com/office/officeart/2005/8/layout/list1"/>
    <dgm:cxn modelId="{9CFFA2C3-A646-7149-9170-3FD0BCFA7D93}" type="presParOf" srcId="{7DF312B3-E696-4ABF-B694-56FCFF00FB48}" destId="{3C0AED43-54C8-4F02-B629-824325647EF1}" srcOrd="28" destOrd="0" presId="urn:microsoft.com/office/officeart/2005/8/layout/list1"/>
    <dgm:cxn modelId="{D785FDCF-5511-C340-AEF8-4BEBFA5615A3}" type="presParOf" srcId="{3C0AED43-54C8-4F02-B629-824325647EF1}" destId="{B5AB1B73-7A84-478C-BFD1-BB3AEE69973F}" srcOrd="0" destOrd="0" presId="urn:microsoft.com/office/officeart/2005/8/layout/list1"/>
    <dgm:cxn modelId="{6F4129A7-54F7-EA4D-AE62-F579057AB7D5}" type="presParOf" srcId="{3C0AED43-54C8-4F02-B629-824325647EF1}" destId="{FC222379-DB20-42B0-9E5E-AF64ACCD614F}" srcOrd="1" destOrd="0" presId="urn:microsoft.com/office/officeart/2005/8/layout/list1"/>
    <dgm:cxn modelId="{A7FB1060-E105-994D-A722-3F8A8C1C29A8}" type="presParOf" srcId="{7DF312B3-E696-4ABF-B694-56FCFF00FB48}" destId="{C5045F9E-BE54-48D4-BD85-86958143047B}" srcOrd="29" destOrd="0" presId="urn:microsoft.com/office/officeart/2005/8/layout/list1"/>
    <dgm:cxn modelId="{527C6290-A151-3D46-96B1-851A187FDDEC}" type="presParOf" srcId="{7DF312B3-E696-4ABF-B694-56FCFF00FB48}" destId="{A37F3D8A-3D11-4728-BB7B-29168B6759D7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677E0-D1B3-420C-965D-CE5297E238C3}">
      <dsp:nvSpPr>
        <dsp:cNvPr id="0" name=""/>
        <dsp:cNvSpPr/>
      </dsp:nvSpPr>
      <dsp:spPr>
        <a:xfrm rot="10800000">
          <a:off x="1468051" y="1915"/>
          <a:ext cx="4354807" cy="1484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4691" tIns="53340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What is a Neural Network?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A computational model inspired by biological neural networks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Composed of layers of interconnected nodes (neurons)</a:t>
          </a:r>
        </a:p>
      </dsp:txBody>
      <dsp:txXfrm rot="10800000">
        <a:off x="1839214" y="1915"/>
        <a:ext cx="3983644" cy="1484654"/>
      </dsp:txXfrm>
    </dsp:sp>
    <dsp:sp modelId="{35E11B4B-4C7B-4171-BAA1-E2878658E03A}">
      <dsp:nvSpPr>
        <dsp:cNvPr id="0" name=""/>
        <dsp:cNvSpPr/>
      </dsp:nvSpPr>
      <dsp:spPr>
        <a:xfrm>
          <a:off x="688785" y="27703"/>
          <a:ext cx="1484654" cy="148465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F6383-2739-491D-A036-3B81D6D80071}">
      <dsp:nvSpPr>
        <dsp:cNvPr id="0" name=""/>
        <dsp:cNvSpPr/>
      </dsp:nvSpPr>
      <dsp:spPr>
        <a:xfrm rot="10800000">
          <a:off x="1475311" y="1929750"/>
          <a:ext cx="4354807" cy="14846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4691" tIns="53340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Project Goal: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Explanation of neural network fundamentals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Implement and analyze a two-layer neural network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Evaluate its performance on classification datasets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Investigate the impact of varying architecture and activation functions</a:t>
          </a:r>
        </a:p>
      </dsp:txBody>
      <dsp:txXfrm rot="10800000">
        <a:off x="1846474" y="1929750"/>
        <a:ext cx="3983644" cy="1484654"/>
      </dsp:txXfrm>
    </dsp:sp>
    <dsp:sp modelId="{B26425A8-C2C0-43C8-A9F0-A6F1B2B2C25E}">
      <dsp:nvSpPr>
        <dsp:cNvPr id="0" name=""/>
        <dsp:cNvSpPr/>
      </dsp:nvSpPr>
      <dsp:spPr>
        <a:xfrm>
          <a:off x="690760" y="1931665"/>
          <a:ext cx="1513694" cy="148465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CB4C6D-3A20-4FB1-8EB7-B326B55CD57B}">
      <dsp:nvSpPr>
        <dsp:cNvPr id="0" name=""/>
        <dsp:cNvSpPr/>
      </dsp:nvSpPr>
      <dsp:spPr>
        <a:xfrm>
          <a:off x="3497" y="200145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Weight Initialization: </a:t>
          </a:r>
          <a:r>
            <a:rPr lang="en-US" sz="1500" kern="1200"/>
            <a:t>Avoid poor convergence. </a:t>
          </a:r>
        </a:p>
      </dsp:txBody>
      <dsp:txXfrm>
        <a:off x="3497" y="200145"/>
        <a:ext cx="1893869" cy="1136321"/>
      </dsp:txXfrm>
    </dsp:sp>
    <dsp:sp modelId="{4AE4AF55-4184-421A-A74C-81BDD1BBBC3B}">
      <dsp:nvSpPr>
        <dsp:cNvPr id="0" name=""/>
        <dsp:cNvSpPr/>
      </dsp:nvSpPr>
      <dsp:spPr>
        <a:xfrm>
          <a:off x="2086754" y="200145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Backpropagation: </a:t>
          </a:r>
          <a:r>
            <a:rPr lang="en-US" sz="1500" kern="1200"/>
            <a:t>Correct gradient application.</a:t>
          </a:r>
        </a:p>
      </dsp:txBody>
      <dsp:txXfrm>
        <a:off x="2086754" y="200145"/>
        <a:ext cx="1893869" cy="1136321"/>
      </dsp:txXfrm>
    </dsp:sp>
    <dsp:sp modelId="{ADB5F4D6-8E6E-4536-ABE9-37BCFC2CA7AD}">
      <dsp:nvSpPr>
        <dsp:cNvPr id="0" name=""/>
        <dsp:cNvSpPr/>
      </dsp:nvSpPr>
      <dsp:spPr>
        <a:xfrm>
          <a:off x="4170010" y="200145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Learning Rate: </a:t>
          </a:r>
          <a:r>
            <a:rPr lang="en-US" sz="1500" kern="1200"/>
            <a:t>Ensure efficient convergence. </a:t>
          </a:r>
        </a:p>
      </dsp:txBody>
      <dsp:txXfrm>
        <a:off x="4170010" y="200145"/>
        <a:ext cx="1893869" cy="1136321"/>
      </dsp:txXfrm>
    </dsp:sp>
    <dsp:sp modelId="{3C101EF9-F9F4-4DDA-A809-4B9C43775D29}">
      <dsp:nvSpPr>
        <dsp:cNvPr id="0" name=""/>
        <dsp:cNvSpPr/>
      </dsp:nvSpPr>
      <dsp:spPr>
        <a:xfrm>
          <a:off x="6253267" y="200145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Numerical Stability: </a:t>
          </a:r>
          <a:r>
            <a:rPr lang="en-US" sz="1500" kern="1200"/>
            <a:t>Handle underflows/overflows. </a:t>
          </a:r>
        </a:p>
      </dsp:txBody>
      <dsp:txXfrm>
        <a:off x="6253267" y="200145"/>
        <a:ext cx="1893869" cy="1136321"/>
      </dsp:txXfrm>
    </dsp:sp>
    <dsp:sp modelId="{58D355C1-FE20-4188-8C16-ED07A983A299}">
      <dsp:nvSpPr>
        <dsp:cNvPr id="0" name=""/>
        <dsp:cNvSpPr/>
      </dsp:nvSpPr>
      <dsp:spPr>
        <a:xfrm>
          <a:off x="8336523" y="200145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Activation Function:</a:t>
          </a:r>
          <a:r>
            <a:rPr lang="en-US" sz="1500" kern="1200"/>
            <a:t> Prevent vanishing gradients.</a:t>
          </a:r>
        </a:p>
      </dsp:txBody>
      <dsp:txXfrm>
        <a:off x="8336523" y="200145"/>
        <a:ext cx="1893869" cy="1136321"/>
      </dsp:txXfrm>
    </dsp:sp>
    <dsp:sp modelId="{69AD6A39-E874-4A56-A227-23B5C837E6A2}">
      <dsp:nvSpPr>
        <dsp:cNvPr id="0" name=""/>
        <dsp:cNvSpPr/>
      </dsp:nvSpPr>
      <dsp:spPr>
        <a:xfrm>
          <a:off x="3497" y="1525854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Overfitting: </a:t>
          </a:r>
          <a:r>
            <a:rPr lang="en-US" sz="1500" kern="1200"/>
            <a:t>Apply regularization. </a:t>
          </a:r>
        </a:p>
      </dsp:txBody>
      <dsp:txXfrm>
        <a:off x="3497" y="1525854"/>
        <a:ext cx="1893869" cy="1136321"/>
      </dsp:txXfrm>
    </dsp:sp>
    <dsp:sp modelId="{583EF0BF-D313-4D83-969F-F8668AE38495}">
      <dsp:nvSpPr>
        <dsp:cNvPr id="0" name=""/>
        <dsp:cNvSpPr/>
      </dsp:nvSpPr>
      <dsp:spPr>
        <a:xfrm>
          <a:off x="2086754" y="1525854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Optimization: </a:t>
          </a:r>
          <a:r>
            <a:rPr lang="en-US" sz="1500" kern="1200"/>
            <a:t>Slow gradient descent.</a:t>
          </a:r>
        </a:p>
      </dsp:txBody>
      <dsp:txXfrm>
        <a:off x="2086754" y="1525854"/>
        <a:ext cx="1893869" cy="1136321"/>
      </dsp:txXfrm>
    </dsp:sp>
    <dsp:sp modelId="{C7CEA83B-8780-4A5C-BAC3-A9697C50D2E0}">
      <dsp:nvSpPr>
        <dsp:cNvPr id="0" name=""/>
        <dsp:cNvSpPr/>
      </dsp:nvSpPr>
      <dsp:spPr>
        <a:xfrm>
          <a:off x="4170010" y="1525854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Gradient Checking: </a:t>
          </a:r>
          <a:r>
            <a:rPr lang="en-US" sz="1500" kern="1200"/>
            <a:t>Verify correctness. </a:t>
          </a:r>
        </a:p>
      </dsp:txBody>
      <dsp:txXfrm>
        <a:off x="4170010" y="1525854"/>
        <a:ext cx="1893869" cy="1136321"/>
      </dsp:txXfrm>
    </dsp:sp>
    <dsp:sp modelId="{2E930AC5-9279-4E8A-9807-D5F1B3BA194B}">
      <dsp:nvSpPr>
        <dsp:cNvPr id="0" name=""/>
        <dsp:cNvSpPr/>
      </dsp:nvSpPr>
      <dsp:spPr>
        <a:xfrm>
          <a:off x="6253267" y="1525854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Training Time: </a:t>
          </a:r>
          <a:r>
            <a:rPr lang="en-US" sz="1500" kern="1200"/>
            <a:t>High computational cost. </a:t>
          </a:r>
        </a:p>
      </dsp:txBody>
      <dsp:txXfrm>
        <a:off x="6253267" y="1525854"/>
        <a:ext cx="1893869" cy="1136321"/>
      </dsp:txXfrm>
    </dsp:sp>
    <dsp:sp modelId="{2948CBE7-9766-440A-B0B8-CC75D2EAD0C9}">
      <dsp:nvSpPr>
        <dsp:cNvPr id="0" name=""/>
        <dsp:cNvSpPr/>
      </dsp:nvSpPr>
      <dsp:spPr>
        <a:xfrm>
          <a:off x="8336523" y="1525854"/>
          <a:ext cx="1893869" cy="1136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Debugging: </a:t>
          </a:r>
          <a:r>
            <a:rPr lang="en-US" sz="1500" kern="1200"/>
            <a:t>Detect subtle issues.</a:t>
          </a:r>
        </a:p>
      </dsp:txBody>
      <dsp:txXfrm>
        <a:off x="8336523" y="1525854"/>
        <a:ext cx="1893869" cy="11363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23DA8-76ED-704A-9F91-848028B1949C}">
      <dsp:nvSpPr>
        <dsp:cNvPr id="0" name=""/>
        <dsp:cNvSpPr/>
      </dsp:nvSpPr>
      <dsp:spPr>
        <a:xfrm>
          <a:off x="0" y="269783"/>
          <a:ext cx="7416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F660C9-3CB3-2243-B79A-FC35E5DC942A}">
      <dsp:nvSpPr>
        <dsp:cNvPr id="0" name=""/>
        <dsp:cNvSpPr/>
      </dsp:nvSpPr>
      <dsp:spPr>
        <a:xfrm>
          <a:off x="370840" y="107423"/>
          <a:ext cx="519176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/>
            <a:t>Work with multi-class</a:t>
          </a:r>
          <a:endParaRPr lang="en-US" sz="1100" kern="1200" dirty="0"/>
        </a:p>
      </dsp:txBody>
      <dsp:txXfrm>
        <a:off x="386692" y="123275"/>
        <a:ext cx="5160056" cy="293016"/>
      </dsp:txXfrm>
    </dsp:sp>
    <dsp:sp modelId="{76AD3730-AD47-0C42-85C0-15AC7C2EAEB5}">
      <dsp:nvSpPr>
        <dsp:cNvPr id="0" name=""/>
        <dsp:cNvSpPr/>
      </dsp:nvSpPr>
      <dsp:spPr>
        <a:xfrm>
          <a:off x="0" y="768743"/>
          <a:ext cx="7416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A145D-6995-AE42-B4B5-9C931E672DA5}">
      <dsp:nvSpPr>
        <dsp:cNvPr id="0" name=""/>
        <dsp:cNvSpPr/>
      </dsp:nvSpPr>
      <dsp:spPr>
        <a:xfrm>
          <a:off x="370840" y="606383"/>
          <a:ext cx="519176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0" i="0" u="none" kern="1200" dirty="0"/>
            <a:t>Different number of hidden layer</a:t>
          </a:r>
          <a:r>
            <a:rPr lang="en-US" sz="1100" b="0" i="0" kern="1200" dirty="0"/>
            <a:t>​</a:t>
          </a:r>
          <a:endParaRPr lang="en-US" sz="1100" kern="1200" dirty="0"/>
        </a:p>
      </dsp:txBody>
      <dsp:txXfrm>
        <a:off x="386692" y="622235"/>
        <a:ext cx="5160056" cy="293016"/>
      </dsp:txXfrm>
    </dsp:sp>
    <dsp:sp modelId="{5E214725-6E14-5D4E-9632-BC4EDEB67E8F}">
      <dsp:nvSpPr>
        <dsp:cNvPr id="0" name=""/>
        <dsp:cNvSpPr/>
      </dsp:nvSpPr>
      <dsp:spPr>
        <a:xfrm>
          <a:off x="0" y="1267703"/>
          <a:ext cx="7416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1396F9-54ED-C14D-8260-1C542B2413BA}">
      <dsp:nvSpPr>
        <dsp:cNvPr id="0" name=""/>
        <dsp:cNvSpPr/>
      </dsp:nvSpPr>
      <dsp:spPr>
        <a:xfrm>
          <a:off x="370840" y="1105343"/>
          <a:ext cx="519176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0" i="0" u="none" kern="1200"/>
            <a:t>Different number of neurons in each layer</a:t>
          </a:r>
          <a:endParaRPr lang="en-US" sz="1100" b="0" i="0" kern="1200"/>
        </a:p>
      </dsp:txBody>
      <dsp:txXfrm>
        <a:off x="386692" y="1121195"/>
        <a:ext cx="5160056" cy="293016"/>
      </dsp:txXfrm>
    </dsp:sp>
    <dsp:sp modelId="{997792D7-77D5-4E9D-B49C-20867CB0A357}">
      <dsp:nvSpPr>
        <dsp:cNvPr id="0" name=""/>
        <dsp:cNvSpPr/>
      </dsp:nvSpPr>
      <dsp:spPr>
        <a:xfrm>
          <a:off x="0" y="1766663"/>
          <a:ext cx="7416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DA17B-6CDE-4362-973C-EDA42DF43911}">
      <dsp:nvSpPr>
        <dsp:cNvPr id="0" name=""/>
        <dsp:cNvSpPr/>
      </dsp:nvSpPr>
      <dsp:spPr>
        <a:xfrm>
          <a:off x="370840" y="1604303"/>
          <a:ext cx="519176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Exploring different optimizers (e.g., Adam, RMSprop, Ada-Grad) instead of only GD</a:t>
          </a:r>
        </a:p>
      </dsp:txBody>
      <dsp:txXfrm>
        <a:off x="386692" y="1620155"/>
        <a:ext cx="5160056" cy="293016"/>
      </dsp:txXfrm>
    </dsp:sp>
    <dsp:sp modelId="{6E545044-875A-4A53-BAEE-0C9E9F0A22AE}">
      <dsp:nvSpPr>
        <dsp:cNvPr id="0" name=""/>
        <dsp:cNvSpPr/>
      </dsp:nvSpPr>
      <dsp:spPr>
        <a:xfrm>
          <a:off x="0" y="2265623"/>
          <a:ext cx="7416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FE660-4D6C-442B-BE19-0147538A5D2C}">
      <dsp:nvSpPr>
        <dsp:cNvPr id="0" name=""/>
        <dsp:cNvSpPr/>
      </dsp:nvSpPr>
      <dsp:spPr>
        <a:xfrm>
          <a:off x="370840" y="2103263"/>
          <a:ext cx="519176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Replacing basic gradient descent with Stochastic Gradient Descent (SGD)</a:t>
          </a:r>
        </a:p>
      </dsp:txBody>
      <dsp:txXfrm>
        <a:off x="386692" y="2119115"/>
        <a:ext cx="5160056" cy="293016"/>
      </dsp:txXfrm>
    </dsp:sp>
    <dsp:sp modelId="{17C1A91A-313B-46ED-86AD-0DBB05F4E78A}">
      <dsp:nvSpPr>
        <dsp:cNvPr id="0" name=""/>
        <dsp:cNvSpPr/>
      </dsp:nvSpPr>
      <dsp:spPr>
        <a:xfrm>
          <a:off x="0" y="2764583"/>
          <a:ext cx="7416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C57BB-518A-4531-B1EB-896052E12241}">
      <dsp:nvSpPr>
        <dsp:cNvPr id="0" name=""/>
        <dsp:cNvSpPr/>
      </dsp:nvSpPr>
      <dsp:spPr>
        <a:xfrm>
          <a:off x="370840" y="2602223"/>
          <a:ext cx="519176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Testing different weight initialization strategies (e.g., Xavier, He initialization)</a:t>
          </a:r>
        </a:p>
      </dsp:txBody>
      <dsp:txXfrm>
        <a:off x="386692" y="2618075"/>
        <a:ext cx="5160056" cy="293016"/>
      </dsp:txXfrm>
    </dsp:sp>
    <dsp:sp modelId="{DA8088D4-2436-453E-8658-DEC381AA4746}">
      <dsp:nvSpPr>
        <dsp:cNvPr id="0" name=""/>
        <dsp:cNvSpPr/>
      </dsp:nvSpPr>
      <dsp:spPr>
        <a:xfrm>
          <a:off x="0" y="3263543"/>
          <a:ext cx="7416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B89AE8-3FC9-4EEE-B644-9D351AB262E3}">
      <dsp:nvSpPr>
        <dsp:cNvPr id="0" name=""/>
        <dsp:cNvSpPr/>
      </dsp:nvSpPr>
      <dsp:spPr>
        <a:xfrm>
          <a:off x="370840" y="3101183"/>
          <a:ext cx="519176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Experimenting with adaptive learning rate techniques</a:t>
          </a:r>
        </a:p>
      </dsp:txBody>
      <dsp:txXfrm>
        <a:off x="386692" y="3117035"/>
        <a:ext cx="5160056" cy="293016"/>
      </dsp:txXfrm>
    </dsp:sp>
    <dsp:sp modelId="{A37F3D8A-3D11-4728-BB7B-29168B6759D7}">
      <dsp:nvSpPr>
        <dsp:cNvPr id="0" name=""/>
        <dsp:cNvSpPr/>
      </dsp:nvSpPr>
      <dsp:spPr>
        <a:xfrm>
          <a:off x="0" y="3762503"/>
          <a:ext cx="7416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222379-DB20-42B0-9E5E-AF64ACCD614F}">
      <dsp:nvSpPr>
        <dsp:cNvPr id="0" name=""/>
        <dsp:cNvSpPr/>
      </dsp:nvSpPr>
      <dsp:spPr>
        <a:xfrm>
          <a:off x="370840" y="3600143"/>
          <a:ext cx="519176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236" tIns="0" rIns="196236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Evaluating the effect of different loss functions for imbalanced datasets</a:t>
          </a:r>
        </a:p>
      </dsp:txBody>
      <dsp:txXfrm>
        <a:off x="386692" y="3615995"/>
        <a:ext cx="5160056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85596-890C-4B59-99EB-F4B0A64BA40D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39AB0-7CBC-40FC-8FC5-DFF8C0ED0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76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43BB-0788-9D19-DE5D-950378D78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732F6-F35D-0ED3-99C8-C1AC4630D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81EAA-5FDB-EDEA-DE20-E809659E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8FC87-73ED-4365-9CE4-25070D7D82AB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0E2EC-6BCB-05BF-342F-FF346CD7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C0F83-FBE8-6A35-AA2E-F01E52D22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17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4559-3DE5-B243-DE2E-5D068E29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DFEED-748A-A5B7-C105-966A46219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4376F-A069-10EA-BA51-BFDA2777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2800-8100-4B7B-AFAC-958B73F502D6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28356-D66E-59D4-20A6-79EE3FC3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9DE2B-D217-B426-E42E-BA024168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9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F2B4-C366-D5C9-CF40-70F3BB82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A5F96-D76C-4AB9-34FA-E732EA2F1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DEE0-F8B8-C68F-FA3C-BBE1A6358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8CD8-23CE-4223-8156-D55FB565BA2B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8279B-2058-3D8F-182B-C942E10A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5C8FB-B285-31D7-C770-518E7D2A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0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3ED7-FFD2-4E0B-2338-528908DC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E7AA-4E00-BE94-2AF6-EBDA4CB06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40757-392E-F85A-B370-954A9655F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A5E97-424D-8E5C-2211-7197C6AA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8755-3F2F-48EC-8C89-396699D6A99F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8A4BA-DE01-9F27-232D-DAA871E1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AFE2-D659-25A8-F1D9-3EA73EEA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6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B2C4-C221-E18A-F2C2-91DED378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8BE4-9DFC-247D-1071-15553CAFB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E10AD-31DD-28F1-DDA9-F519880A5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0EFC6-3B3D-A1B0-30E4-3B273FB91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56E4F-04F2-BECA-90AA-E1193D476F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70C27-707D-29C2-8FAC-86BF77D8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56CA-650F-41EB-997B-B6AB1F919C18}" type="datetime1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F8AB96-CEFC-0F60-3FB9-542EBA1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7CB93C-383B-0414-05C7-6E0D44C6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2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C051-A93D-1CBF-8410-0C32CFA2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BE1E9-E562-BFC4-2698-C6D2CEB7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2E43-D78B-4FC7-B958-B88D8B568AB3}" type="datetime1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91085-9DE3-9BF3-003F-AFF0778B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C992B-7AA9-6095-DD74-B6BBAD2B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8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80C97-A5D4-5049-CCDC-9D2917B8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BAFDE-54D2-4D09-AB71-0CAA01D8821D}" type="datetime1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DCACC-5C09-C8B9-E609-D3F163B5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42280-53F7-DE17-B1D2-A4555756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1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3940-546A-25B9-9182-516986AA0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29827-FC62-0901-904A-AC8ACD3B8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D0EF2-F819-48F2-D1A7-D70AD0B33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BB151-25D7-857A-C904-2F979854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8D4A4-B85C-48A6-9AC8-F10E15C007A9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D9263-6964-20D2-302B-DB996695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E5669-4229-0E1F-7065-3F3C2EB4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8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C07A-7E56-C93E-15AE-9918AA77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AD59A-641D-11E7-FD7E-65272B793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82764-5BDE-6677-7810-8F10FB539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B25EF-2EA8-E6EF-C30B-B078D071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4F29A-9DB6-4114-8AB3-BC32850644AD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62EDA-9F76-CBFD-12D8-66301CBE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BDD25-B587-4138-C135-977A4E17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7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8BD4-2D59-F2C2-4E28-6D919745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C30C0-EF7D-F7C9-8793-09D1DDDA4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4B58B-8329-6CC6-DE7A-95077EC8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A24A-86A7-4542-8D01-C49E48F45A98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DF1F7-9807-17FB-26A3-5BA7A8DA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CA764-4256-4C86-980D-54C86539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0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F7D3E-C350-11EF-D851-EC46DFEB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5C2F2-D097-1203-9AEA-852714055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7AE4C-9ADB-5971-A284-85077A09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919A9-FE83-4A56-812D-882A4330F8CA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F654F-477F-854A-B9C5-466798D8B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AE0A2-BF58-E07A-B8E4-F2A009B5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6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5000">
              <a:schemeClr val="accent1">
                <a:lumMod val="40000"/>
                <a:lumOff val="60000"/>
                <a:alpha val="67000"/>
              </a:schemeClr>
            </a:gs>
            <a:gs pos="74500">
              <a:schemeClr val="bg2">
                <a:lumMod val="74000"/>
                <a:lumOff val="26000"/>
              </a:schemeClr>
            </a:gs>
            <a:gs pos="57000">
              <a:schemeClr val="accent4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A5224-0D39-52FF-AD2E-BE7FFBFB6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CB9F3-BC73-B8AA-8B9B-1DC327EAB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D6284-7051-3991-2EDB-4E9C1F946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6682A-6445-46BD-92D9-F54C62D09746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D2261-BA2F-C76C-F59E-02ACB3C83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049EB-052E-BCD0-44B9-23AC19F61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8CC94-75B7-4BDF-99D5-1AC20989B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2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165F3-58E8-EA73-3DA2-14DEB9E8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926" y="6356350"/>
            <a:ext cx="297873" cy="365125"/>
          </a:xfrm>
        </p:spPr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1</a:t>
            </a:fld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E46A9-4676-FEC8-53AE-C6F6699DCCB5}"/>
              </a:ext>
            </a:extLst>
          </p:cNvPr>
          <p:cNvSpPr txBox="1"/>
          <p:nvPr/>
        </p:nvSpPr>
        <p:spPr>
          <a:xfrm>
            <a:off x="3759199" y="452582"/>
            <a:ext cx="596669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CSI 436/536 (Spring 2025)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631CE-EB3F-A163-90F0-33B25BC5FE73}"/>
              </a:ext>
            </a:extLst>
          </p:cNvPr>
          <p:cNvSpPr txBox="1"/>
          <p:nvPr/>
        </p:nvSpPr>
        <p:spPr>
          <a:xfrm>
            <a:off x="2946400" y="3435930"/>
            <a:ext cx="5661892" cy="1410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base">
              <a:lnSpc>
                <a:spcPts val="2550"/>
              </a:lnSpc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Group 2</a:t>
            </a:r>
          </a:p>
          <a:p>
            <a:pPr algn="ctr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Salehi </a:t>
            </a:r>
            <a:r>
              <a:rPr lang="en-US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Darjani</a:t>
            </a: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(001657808)</a:t>
            </a:r>
          </a:p>
          <a:p>
            <a:pPr algn="ctr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 Saha (001657938)</a:t>
            </a:r>
          </a:p>
          <a:p>
            <a:pPr algn="ctr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Nowshin Tasnim (001649184)</a:t>
            </a:r>
          </a:p>
          <a:p>
            <a:pPr algn="ctr"/>
            <a:r>
              <a:rPr lang="en-US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Tajkia</a:t>
            </a: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Nuri Ananna (001661229)</a:t>
            </a: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C0240-53E4-0640-D76D-EA65D85FBF88}"/>
              </a:ext>
            </a:extLst>
          </p:cNvPr>
          <p:cNvSpPr txBox="1"/>
          <p:nvPr/>
        </p:nvSpPr>
        <p:spPr>
          <a:xfrm>
            <a:off x="5181599" y="5768323"/>
            <a:ext cx="2881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Mar 12, 2025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0C6D7-1FE6-8CBC-AA60-55D7F67BB66E}"/>
              </a:ext>
            </a:extLst>
          </p:cNvPr>
          <p:cNvSpPr txBox="1"/>
          <p:nvPr/>
        </p:nvSpPr>
        <p:spPr>
          <a:xfrm>
            <a:off x="2641600" y="1727199"/>
            <a:ext cx="61975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Midterm Presentation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Networks: Project Code "N“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Effects of Layer Depth, Neuron Count, and Activation Functions</a:t>
            </a:r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32E18-5FD8-3212-0C7D-129884093FD0}"/>
              </a:ext>
            </a:extLst>
          </p:cNvPr>
          <p:cNvSpPr txBox="1"/>
          <p:nvPr/>
        </p:nvSpPr>
        <p:spPr>
          <a:xfrm>
            <a:off x="4387273" y="5144655"/>
            <a:ext cx="298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: Dr. Chong Liu</a:t>
            </a:r>
          </a:p>
        </p:txBody>
      </p:sp>
    </p:spTree>
    <p:extLst>
      <p:ext uri="{BB962C8B-B14F-4D97-AF65-F5344CB8AC3E}">
        <p14:creationId xmlns:p14="http://schemas.microsoft.com/office/powerpoint/2010/main" val="249591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294A-C103-0999-5BA9-378D7479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029603-B0B2-E4E5-20B8-1A108359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2</a:t>
            </a:fld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AE84E-0E62-6721-CDF2-2B405101D491}"/>
              </a:ext>
            </a:extLst>
          </p:cNvPr>
          <p:cNvSpPr txBox="1"/>
          <p:nvPr/>
        </p:nvSpPr>
        <p:spPr>
          <a:xfrm>
            <a:off x="387927" y="563417"/>
            <a:ext cx="3703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4275FC3-036C-A8AE-5644-62CAFF088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264533"/>
              </p:ext>
            </p:extLst>
          </p:nvPr>
        </p:nvGraphicFramePr>
        <p:xfrm>
          <a:off x="2918691" y="1958109"/>
          <a:ext cx="6548582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395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DE8A6-CD95-AB5B-BC7D-479FE49B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34A965-017C-7678-B89C-3B2FFCE6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3</a:t>
            </a:fld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076" name="Picture 4" descr="Artificial Neural Networks and its Applications - GeeksforGeeks">
            <a:extLst>
              <a:ext uri="{FF2B5EF4-FFF2-40B4-BE49-F238E27FC236}">
                <a16:creationId xmlns:a16="http://schemas.microsoft.com/office/drawing/2014/main" id="{4FDC6141-A205-3C6D-5FF2-8A46AD12E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6" y="2206626"/>
            <a:ext cx="4701310" cy="351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eights and Biases in Neural Networks | by Sabaoth OÜ | Medium">
            <a:extLst>
              <a:ext uri="{FF2B5EF4-FFF2-40B4-BE49-F238E27FC236}">
                <a16:creationId xmlns:a16="http://schemas.microsoft.com/office/drawing/2014/main" id="{F294F149-3E7C-8B47-C6A2-5F74CB08B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062" y="2191883"/>
            <a:ext cx="4753119" cy="353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5279EA-C73B-A6AA-3FDE-8BEF76ABDD8D}"/>
              </a:ext>
            </a:extLst>
          </p:cNvPr>
          <p:cNvSpPr txBox="1"/>
          <p:nvPr/>
        </p:nvSpPr>
        <p:spPr>
          <a:xfrm>
            <a:off x="387927" y="563417"/>
            <a:ext cx="3703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Setup</a:t>
            </a:r>
          </a:p>
        </p:txBody>
      </p:sp>
    </p:spTree>
    <p:extLst>
      <p:ext uri="{BB962C8B-B14F-4D97-AF65-F5344CB8AC3E}">
        <p14:creationId xmlns:p14="http://schemas.microsoft.com/office/powerpoint/2010/main" val="99608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E8209-10A3-3552-8815-8BD5A7F58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2D1F84-8526-3C77-7E97-6402FB04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4</a:t>
            </a:fld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B2179-E223-70B1-7C81-ADE3AD007CEF}"/>
              </a:ext>
            </a:extLst>
          </p:cNvPr>
          <p:cNvSpPr txBox="1"/>
          <p:nvPr/>
        </p:nvSpPr>
        <p:spPr>
          <a:xfrm>
            <a:off x="387926" y="563417"/>
            <a:ext cx="4498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6AB63D-4D52-F3D7-F276-BCA0D61A3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6034"/>
              </p:ext>
            </p:extLst>
          </p:nvPr>
        </p:nvGraphicFramePr>
        <p:xfrm>
          <a:off x="6132944" y="2266758"/>
          <a:ext cx="5772728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243">
                  <a:extLst>
                    <a:ext uri="{9D8B030D-6E8A-4147-A177-3AD203B41FA5}">
                      <a16:colId xmlns:a16="http://schemas.microsoft.com/office/drawing/2014/main" val="4134311535"/>
                    </a:ext>
                  </a:extLst>
                </a:gridCol>
                <a:gridCol w="1718577">
                  <a:extLst>
                    <a:ext uri="{9D8B030D-6E8A-4147-A177-3AD203B41FA5}">
                      <a16:colId xmlns:a16="http://schemas.microsoft.com/office/drawing/2014/main" val="1231223218"/>
                    </a:ext>
                  </a:extLst>
                </a:gridCol>
                <a:gridCol w="2129908">
                  <a:extLst>
                    <a:ext uri="{9D8B030D-6E8A-4147-A177-3AD203B41FA5}">
                      <a16:colId xmlns:a16="http://schemas.microsoft.com/office/drawing/2014/main" val="35904639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95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F-MNIST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26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551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Dexter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3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Madelon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65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Spam-base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17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Leukemia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621701"/>
                  </a:ext>
                </a:extLst>
              </a:tr>
            </a:tbl>
          </a:graphicData>
        </a:graphic>
      </p:graphicFrame>
      <p:pic>
        <p:nvPicPr>
          <p:cNvPr id="1026" name="Picture 2" descr="Neural Network Architecture: Types, Components &amp; Key Algorithms">
            <a:extLst>
              <a:ext uri="{FF2B5EF4-FFF2-40B4-BE49-F238E27FC236}">
                <a16:creationId xmlns:a16="http://schemas.microsoft.com/office/drawing/2014/main" id="{C61C244D-D8EF-385B-24DE-2C7CD6C1D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59" y="2253264"/>
            <a:ext cx="5531223" cy="302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1D2AC-D82D-88D2-3E07-5FD08C37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8DCD19-4FEB-DC6A-6385-6F3BE20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5</a:t>
            </a:fld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115E7DB-097C-53AF-2A5D-F687CBFA0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65" y="1441496"/>
            <a:ext cx="11645152" cy="464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AD2FBA-5540-EE8C-5D2F-3BF14CD259A7}"/>
              </a:ext>
            </a:extLst>
          </p:cNvPr>
          <p:cNvSpPr txBox="1"/>
          <p:nvPr/>
        </p:nvSpPr>
        <p:spPr>
          <a:xfrm>
            <a:off x="448235" y="493059"/>
            <a:ext cx="4401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54349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0445D-61BD-DE46-3CEE-873C9F9B3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F6E67-9481-1F1E-A59E-AD17E91B5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6</a:t>
            </a:fld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A graph of a loss curve&#10;&#10;AI-generated content may be incorrect.">
            <a:extLst>
              <a:ext uri="{FF2B5EF4-FFF2-40B4-BE49-F238E27FC236}">
                <a16:creationId xmlns:a16="http://schemas.microsoft.com/office/drawing/2014/main" id="{8777983D-300D-7811-706F-D62F26D28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22" y="1967409"/>
            <a:ext cx="3191437" cy="3267979"/>
          </a:xfrm>
          <a:prstGeom prst="rect">
            <a:avLst/>
          </a:prstGeom>
        </p:spPr>
      </p:pic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BA00DA19-2B9B-9E85-D6BB-DD6FD45E9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012646"/>
            <a:ext cx="3191435" cy="32675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1B4CF0-88A5-342F-0C70-155E0E98EA80}"/>
              </a:ext>
            </a:extLst>
          </p:cNvPr>
          <p:cNvSpPr txBox="1"/>
          <p:nvPr/>
        </p:nvSpPr>
        <p:spPr>
          <a:xfrm>
            <a:off x="448235" y="493059"/>
            <a:ext cx="4401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Continued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C4C5C-DCBD-8B23-34BF-DA06C1DDB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288" y="1990592"/>
            <a:ext cx="3204324" cy="327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33E74-9BB9-3C12-7DBB-D44280A7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08CFC0-5B56-D5BA-175F-C977499AA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7</a:t>
            </a:fld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2B2EF-03F7-09DB-B778-57E9EF60647D}"/>
              </a:ext>
            </a:extLst>
          </p:cNvPr>
          <p:cNvSpPr txBox="1"/>
          <p:nvPr/>
        </p:nvSpPr>
        <p:spPr>
          <a:xfrm>
            <a:off x="448235" y="493059"/>
            <a:ext cx="4401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Continued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FFECF8-694D-BF3B-A4D1-0FAEF1E69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389" y="1432154"/>
            <a:ext cx="8507506" cy="450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1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05216-8B9A-F191-F8E0-BDBCA554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85200-153E-17D0-7577-FCA76D794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8</a:t>
            </a:fld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C7633-4B26-8932-64C4-2FE6CF963FE4}"/>
              </a:ext>
            </a:extLst>
          </p:cNvPr>
          <p:cNvSpPr txBox="1"/>
          <p:nvPr/>
        </p:nvSpPr>
        <p:spPr>
          <a:xfrm>
            <a:off x="600364" y="655782"/>
            <a:ext cx="232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208B30FB-60DA-0A70-15EC-01D2A4ACF5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5071963"/>
              </p:ext>
            </p:extLst>
          </p:nvPr>
        </p:nvGraphicFramePr>
        <p:xfrm>
          <a:off x="997528" y="1838036"/>
          <a:ext cx="10233891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2848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7FF4-7B5E-BC22-7171-CE5185CB0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37AB2A-0257-2FD9-1C60-E000BE79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9</a:t>
            </a:fld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27A75-90D6-2FF3-D447-400C0BD0DE00}"/>
              </a:ext>
            </a:extLst>
          </p:cNvPr>
          <p:cNvSpPr txBox="1"/>
          <p:nvPr/>
        </p:nvSpPr>
        <p:spPr>
          <a:xfrm>
            <a:off x="766617" y="600364"/>
            <a:ext cx="3519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EB23D10-D42B-3BCB-4640-7F1C18B09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3473090"/>
              </p:ext>
            </p:extLst>
          </p:nvPr>
        </p:nvGraphicFramePr>
        <p:xfrm>
          <a:off x="1865746" y="1773382"/>
          <a:ext cx="7416800" cy="4147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96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D89A-AFEA-990B-4C43-5F5698D9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E9AF36-3E56-C3D2-1397-DB26D40E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CC94-75B7-4BDF-99D5-1AC20989BCF6}" type="slidenum">
              <a:rPr lang="en-US" b="1" smtClean="0">
                <a:solidFill>
                  <a:srgbClr val="FF0000"/>
                </a:solidFill>
              </a:rPr>
              <a:t>10</a:t>
            </a:fld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Why You Shouldn't Use a Thank You Slide (And What to Do Instead)">
            <a:extLst>
              <a:ext uri="{FF2B5EF4-FFF2-40B4-BE49-F238E27FC236}">
                <a16:creationId xmlns:a16="http://schemas.microsoft.com/office/drawing/2014/main" id="{2BA1A81E-21B7-D1BE-212A-7E409D63D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586"/>
                    </a14:imgEffect>
                    <a14:imgEffect>
                      <a14:saturation sat="102000"/>
                    </a14:imgEffect>
                    <a14:imgEffect>
                      <a14:brightnessContrast bright="2000" contras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3048"/>
            <a:ext cx="12186583" cy="686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924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318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1706189 - Joy Saha</dc:creator>
  <cp:lastModifiedBy>1706189 - Joy Saha</cp:lastModifiedBy>
  <cp:revision>10</cp:revision>
  <dcterms:created xsi:type="dcterms:W3CDTF">2025-03-12T00:17:47Z</dcterms:created>
  <dcterms:modified xsi:type="dcterms:W3CDTF">2025-03-12T15:11:39Z</dcterms:modified>
</cp:coreProperties>
</file>