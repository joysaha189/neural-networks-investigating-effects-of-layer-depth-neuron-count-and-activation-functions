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6" r:id="rId7"/>
    <p:sldId id="262" r:id="rId8"/>
    <p:sldId id="263" r:id="rId9"/>
    <p:sldId id="267" r:id="rId10"/>
    <p:sldId id="268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AC99"/>
    <a:srgbClr val="996633"/>
    <a:srgbClr val="A59C8B"/>
    <a:srgbClr val="DA26B8"/>
    <a:srgbClr val="CBD729"/>
    <a:srgbClr val="6FFBDA"/>
    <a:srgbClr val="D58BF3"/>
    <a:srgbClr val="5F3C6A"/>
    <a:srgbClr val="3DE3D3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EB6238-0833-49AA-91F6-A4D27A7A9BD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D2E674-F746-43B7-B609-546ED2F333D8}">
      <dgm:prSet phldrT="[Text]" custT="1"/>
      <dgm:spPr>
        <a:solidFill>
          <a:schemeClr val="accent1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2000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Build neural network from scratch</a:t>
          </a:r>
        </a:p>
      </dgm:t>
    </dgm:pt>
    <dgm:pt modelId="{CA976779-9768-4B86-BC49-97A334F1E03E}" type="parTrans" cxnId="{F5D07D42-6CDB-4C10-AD7B-D18D49D15B10}">
      <dgm:prSet/>
      <dgm:spPr/>
      <dgm:t>
        <a:bodyPr/>
        <a:lstStyle/>
        <a:p>
          <a:endParaRPr lang="en-US"/>
        </a:p>
      </dgm:t>
    </dgm:pt>
    <dgm:pt modelId="{51576944-89F8-43BC-BA3E-C188524B832D}" type="sibTrans" cxnId="{F5D07D42-6CDB-4C10-AD7B-D18D49D15B10}">
      <dgm:prSet/>
      <dgm:spPr/>
      <dgm:t>
        <a:bodyPr/>
        <a:lstStyle/>
        <a:p>
          <a:endParaRPr lang="en-US"/>
        </a:p>
      </dgm:t>
    </dgm:pt>
    <dgm:pt modelId="{1A50653B-9F5E-4F02-96B8-07933C816F0A}">
      <dgm:prSet phldrT="[Text]" custT="1"/>
      <dgm:spPr>
        <a:solidFill>
          <a:schemeClr val="accent1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Explanation of neural network fundamentals</a:t>
          </a:r>
        </a:p>
      </dgm:t>
    </dgm:pt>
    <dgm:pt modelId="{21EF208F-B0C2-4E50-8ECD-F740BD55F2B5}" type="parTrans" cxnId="{2E1A6DE6-E455-457F-B9F9-14507B48A2AD}">
      <dgm:prSet/>
      <dgm:spPr/>
      <dgm:t>
        <a:bodyPr/>
        <a:lstStyle/>
        <a:p>
          <a:endParaRPr lang="en-US"/>
        </a:p>
      </dgm:t>
    </dgm:pt>
    <dgm:pt modelId="{10019B1E-74B8-4CB9-AC86-CF38F28BF432}" type="sibTrans" cxnId="{2E1A6DE6-E455-457F-B9F9-14507B48A2AD}">
      <dgm:prSet/>
      <dgm:spPr/>
      <dgm:t>
        <a:bodyPr/>
        <a:lstStyle/>
        <a:p>
          <a:endParaRPr lang="en-US"/>
        </a:p>
      </dgm:t>
    </dgm:pt>
    <dgm:pt modelId="{BC138D19-C395-4C6C-B894-CB73DCFE36AE}">
      <dgm:prSet phldrT="[Text]" custT="1"/>
      <dgm:spPr>
        <a:solidFill>
          <a:schemeClr val="accent1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Investigate the impact of varying architecture and activation functions </a:t>
          </a:r>
        </a:p>
      </dgm:t>
    </dgm:pt>
    <dgm:pt modelId="{EA6E36BB-143B-4A99-B70B-19456071CD50}" type="parTrans" cxnId="{AA16DAF2-15A8-49F4-948C-3197F507C107}">
      <dgm:prSet/>
      <dgm:spPr/>
      <dgm:t>
        <a:bodyPr/>
        <a:lstStyle/>
        <a:p>
          <a:endParaRPr lang="en-US"/>
        </a:p>
      </dgm:t>
    </dgm:pt>
    <dgm:pt modelId="{80EE331F-C0A8-41C9-B5D3-6D96E3DC5519}" type="sibTrans" cxnId="{AA16DAF2-15A8-49F4-948C-3197F507C107}">
      <dgm:prSet/>
      <dgm:spPr/>
      <dgm:t>
        <a:bodyPr/>
        <a:lstStyle/>
        <a:p>
          <a:endParaRPr lang="en-US"/>
        </a:p>
      </dgm:t>
    </dgm:pt>
    <dgm:pt modelId="{1CA8CCA5-D954-410E-A8EB-B5928165C7ED}">
      <dgm:prSet phldrT="[Text]" custT="1"/>
      <dgm:spPr>
        <a:solidFill>
          <a:schemeClr val="accent1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Evaluate its performance on classification dataset.</a:t>
          </a:r>
        </a:p>
      </dgm:t>
    </dgm:pt>
    <dgm:pt modelId="{9F3788A8-2BB0-4BE7-AE27-59CB85E8471C}" type="parTrans" cxnId="{2A23D252-2D71-4E88-9AE4-AAE637D88B5B}">
      <dgm:prSet/>
      <dgm:spPr/>
      <dgm:t>
        <a:bodyPr/>
        <a:lstStyle/>
        <a:p>
          <a:endParaRPr lang="en-US"/>
        </a:p>
      </dgm:t>
    </dgm:pt>
    <dgm:pt modelId="{A1D40B26-858E-41D7-A61E-8FBE9925940F}" type="sibTrans" cxnId="{2A23D252-2D71-4E88-9AE4-AAE637D88B5B}">
      <dgm:prSet/>
      <dgm:spPr/>
      <dgm:t>
        <a:bodyPr/>
        <a:lstStyle/>
        <a:p>
          <a:endParaRPr lang="en-US"/>
        </a:p>
      </dgm:t>
    </dgm:pt>
    <dgm:pt modelId="{54F6280D-5984-414E-B7E8-58C33AD8B9BB}" type="pres">
      <dgm:prSet presAssocID="{6EEB6238-0833-49AA-91F6-A4D27A7A9BD0}" presName="linear" presStyleCnt="0">
        <dgm:presLayoutVars>
          <dgm:dir/>
          <dgm:animLvl val="lvl"/>
          <dgm:resizeHandles val="exact"/>
        </dgm:presLayoutVars>
      </dgm:prSet>
      <dgm:spPr/>
    </dgm:pt>
    <dgm:pt modelId="{619AF1DB-DFF8-47EC-9672-C65AD7592FDA}" type="pres">
      <dgm:prSet presAssocID="{78D2E674-F746-43B7-B609-546ED2F333D8}" presName="parentLin" presStyleCnt="0"/>
      <dgm:spPr/>
    </dgm:pt>
    <dgm:pt modelId="{2439FEDD-021E-4472-909A-265B6D756344}" type="pres">
      <dgm:prSet presAssocID="{78D2E674-F746-43B7-B609-546ED2F333D8}" presName="parentLeftMargin" presStyleLbl="node1" presStyleIdx="0" presStyleCnt="4"/>
      <dgm:spPr/>
    </dgm:pt>
    <dgm:pt modelId="{0427E200-6D07-439D-A948-2F638926F4CF}" type="pres">
      <dgm:prSet presAssocID="{78D2E674-F746-43B7-B609-546ED2F333D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24C9331-B243-4013-84D2-F2BDA98DB8CC}" type="pres">
      <dgm:prSet presAssocID="{78D2E674-F746-43B7-B609-546ED2F333D8}" presName="negativeSpace" presStyleCnt="0"/>
      <dgm:spPr/>
    </dgm:pt>
    <dgm:pt modelId="{7BC62F4C-CBF9-45B1-A60A-C7252E92212A}" type="pres">
      <dgm:prSet presAssocID="{78D2E674-F746-43B7-B609-546ED2F333D8}" presName="childText" presStyleLbl="conFgAcc1" presStyleIdx="0" presStyleCnt="4">
        <dgm:presLayoutVars>
          <dgm:bulletEnabled val="1"/>
        </dgm:presLayoutVars>
      </dgm:prSet>
      <dgm:spPr>
        <a:ln>
          <a:solidFill>
            <a:srgbClr val="002060"/>
          </a:solidFill>
        </a:ln>
      </dgm:spPr>
    </dgm:pt>
    <dgm:pt modelId="{93D61890-3F9B-4B2C-ACAF-87C7141484BE}" type="pres">
      <dgm:prSet presAssocID="{51576944-89F8-43BC-BA3E-C188524B832D}" presName="spaceBetweenRectangles" presStyleCnt="0"/>
      <dgm:spPr/>
    </dgm:pt>
    <dgm:pt modelId="{E6765BE6-43B4-408F-BC3F-CB6A6E2E03FA}" type="pres">
      <dgm:prSet presAssocID="{BC138D19-C395-4C6C-B894-CB73DCFE36AE}" presName="parentLin" presStyleCnt="0"/>
      <dgm:spPr/>
    </dgm:pt>
    <dgm:pt modelId="{507DBC63-DF11-4E56-A886-2DB4EE9CDF9B}" type="pres">
      <dgm:prSet presAssocID="{BC138D19-C395-4C6C-B894-CB73DCFE36AE}" presName="parentLeftMargin" presStyleLbl="node1" presStyleIdx="0" presStyleCnt="4"/>
      <dgm:spPr/>
    </dgm:pt>
    <dgm:pt modelId="{9ECA542A-59D8-4D7B-A9BF-6B6643A0DFE3}" type="pres">
      <dgm:prSet presAssocID="{BC138D19-C395-4C6C-B894-CB73DCFE36AE}" presName="parentText" presStyleLbl="node1" presStyleIdx="1" presStyleCnt="4" custScaleX="101319" custScaleY="116639">
        <dgm:presLayoutVars>
          <dgm:chMax val="0"/>
          <dgm:bulletEnabled val="1"/>
        </dgm:presLayoutVars>
      </dgm:prSet>
      <dgm:spPr/>
    </dgm:pt>
    <dgm:pt modelId="{99FC010B-83F9-47BF-8672-F391725ACB42}" type="pres">
      <dgm:prSet presAssocID="{BC138D19-C395-4C6C-B894-CB73DCFE36AE}" presName="negativeSpace" presStyleCnt="0"/>
      <dgm:spPr/>
    </dgm:pt>
    <dgm:pt modelId="{ACEB4A1C-27A0-43CA-9A07-2D4A6A9B55BA}" type="pres">
      <dgm:prSet presAssocID="{BC138D19-C395-4C6C-B894-CB73DCFE36AE}" presName="childText" presStyleLbl="conFgAcc1" presStyleIdx="1" presStyleCnt="4">
        <dgm:presLayoutVars>
          <dgm:bulletEnabled val="1"/>
        </dgm:presLayoutVars>
      </dgm:prSet>
      <dgm:spPr>
        <a:ln>
          <a:solidFill>
            <a:srgbClr val="002060"/>
          </a:solidFill>
        </a:ln>
      </dgm:spPr>
    </dgm:pt>
    <dgm:pt modelId="{324C4D3D-B9D2-4597-B095-FE88998D0359}" type="pres">
      <dgm:prSet presAssocID="{80EE331F-C0A8-41C9-B5D3-6D96E3DC5519}" presName="spaceBetweenRectangles" presStyleCnt="0"/>
      <dgm:spPr/>
    </dgm:pt>
    <dgm:pt modelId="{7FFF37B8-CB12-4004-8359-56CCADD73B5A}" type="pres">
      <dgm:prSet presAssocID="{1CA8CCA5-D954-410E-A8EB-B5928165C7ED}" presName="parentLin" presStyleCnt="0"/>
      <dgm:spPr/>
    </dgm:pt>
    <dgm:pt modelId="{11AF5CD6-C0F4-4727-9849-FEAD9B6EC012}" type="pres">
      <dgm:prSet presAssocID="{1CA8CCA5-D954-410E-A8EB-B5928165C7ED}" presName="parentLeftMargin" presStyleLbl="node1" presStyleIdx="1" presStyleCnt="4"/>
      <dgm:spPr/>
    </dgm:pt>
    <dgm:pt modelId="{BACE5D89-39C2-43C2-99EC-1B421979D455}" type="pres">
      <dgm:prSet presAssocID="{1CA8CCA5-D954-410E-A8EB-B5928165C7E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38030FF-10F4-44DB-B629-79C992CE6242}" type="pres">
      <dgm:prSet presAssocID="{1CA8CCA5-D954-410E-A8EB-B5928165C7ED}" presName="negativeSpace" presStyleCnt="0"/>
      <dgm:spPr/>
    </dgm:pt>
    <dgm:pt modelId="{CD1ACEEB-F353-4150-A197-3FD86B1DDB60}" type="pres">
      <dgm:prSet presAssocID="{1CA8CCA5-D954-410E-A8EB-B5928165C7ED}" presName="childText" presStyleLbl="conFgAcc1" presStyleIdx="2" presStyleCnt="4">
        <dgm:presLayoutVars>
          <dgm:bulletEnabled val="1"/>
        </dgm:presLayoutVars>
      </dgm:prSet>
      <dgm:spPr>
        <a:ln>
          <a:solidFill>
            <a:srgbClr val="002060"/>
          </a:solidFill>
        </a:ln>
      </dgm:spPr>
    </dgm:pt>
    <dgm:pt modelId="{4CB79499-6117-40B5-BBE7-DBFF53ACD054}" type="pres">
      <dgm:prSet presAssocID="{A1D40B26-858E-41D7-A61E-8FBE9925940F}" presName="spaceBetweenRectangles" presStyleCnt="0"/>
      <dgm:spPr/>
    </dgm:pt>
    <dgm:pt modelId="{295B070A-116F-41A9-8AFC-F14E123B4695}" type="pres">
      <dgm:prSet presAssocID="{1A50653B-9F5E-4F02-96B8-07933C816F0A}" presName="parentLin" presStyleCnt="0"/>
      <dgm:spPr/>
    </dgm:pt>
    <dgm:pt modelId="{1B0C7472-30FC-42A9-BB09-21EA461BB29B}" type="pres">
      <dgm:prSet presAssocID="{1A50653B-9F5E-4F02-96B8-07933C816F0A}" presName="parentLeftMargin" presStyleLbl="node1" presStyleIdx="2" presStyleCnt="4"/>
      <dgm:spPr/>
    </dgm:pt>
    <dgm:pt modelId="{9255A07F-B3E2-48AC-92E1-7423AD5CE81F}" type="pres">
      <dgm:prSet presAssocID="{1A50653B-9F5E-4F02-96B8-07933C816F0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413748D-D011-4615-8E1C-C3D47DFB23CD}" type="pres">
      <dgm:prSet presAssocID="{1A50653B-9F5E-4F02-96B8-07933C816F0A}" presName="negativeSpace" presStyleCnt="0"/>
      <dgm:spPr/>
    </dgm:pt>
    <dgm:pt modelId="{D299C687-C6F4-4BB6-81CB-1E37F1ACE572}" type="pres">
      <dgm:prSet presAssocID="{1A50653B-9F5E-4F02-96B8-07933C816F0A}" presName="childText" presStyleLbl="conFgAcc1" presStyleIdx="3" presStyleCnt="4" custLinFactNeighborX="-22032" custLinFactNeighborY="68537">
        <dgm:presLayoutVars>
          <dgm:bulletEnabled val="1"/>
        </dgm:presLayoutVars>
      </dgm:prSet>
      <dgm:spPr>
        <a:ln>
          <a:solidFill>
            <a:srgbClr val="002060"/>
          </a:solidFill>
        </a:ln>
      </dgm:spPr>
    </dgm:pt>
  </dgm:ptLst>
  <dgm:cxnLst>
    <dgm:cxn modelId="{84B8D816-E5B0-48C7-9536-2D7E7EFFC2ED}" type="presOf" srcId="{78D2E674-F746-43B7-B609-546ED2F333D8}" destId="{2439FEDD-021E-4472-909A-265B6D756344}" srcOrd="0" destOrd="0" presId="urn:microsoft.com/office/officeart/2005/8/layout/list1"/>
    <dgm:cxn modelId="{F5D07D42-6CDB-4C10-AD7B-D18D49D15B10}" srcId="{6EEB6238-0833-49AA-91F6-A4D27A7A9BD0}" destId="{78D2E674-F746-43B7-B609-546ED2F333D8}" srcOrd="0" destOrd="0" parTransId="{CA976779-9768-4B86-BC49-97A334F1E03E}" sibTransId="{51576944-89F8-43BC-BA3E-C188524B832D}"/>
    <dgm:cxn modelId="{2A23D252-2D71-4E88-9AE4-AAE637D88B5B}" srcId="{6EEB6238-0833-49AA-91F6-A4D27A7A9BD0}" destId="{1CA8CCA5-D954-410E-A8EB-B5928165C7ED}" srcOrd="2" destOrd="0" parTransId="{9F3788A8-2BB0-4BE7-AE27-59CB85E8471C}" sibTransId="{A1D40B26-858E-41D7-A61E-8FBE9925940F}"/>
    <dgm:cxn modelId="{C7E5E289-2C92-49A8-A0DA-1654F84E48E3}" type="presOf" srcId="{1CA8CCA5-D954-410E-A8EB-B5928165C7ED}" destId="{11AF5CD6-C0F4-4727-9849-FEAD9B6EC012}" srcOrd="0" destOrd="0" presId="urn:microsoft.com/office/officeart/2005/8/layout/list1"/>
    <dgm:cxn modelId="{9CAFA18D-9895-439D-A2A1-968F2E4D655F}" type="presOf" srcId="{6EEB6238-0833-49AA-91F6-A4D27A7A9BD0}" destId="{54F6280D-5984-414E-B7E8-58C33AD8B9BB}" srcOrd="0" destOrd="0" presId="urn:microsoft.com/office/officeart/2005/8/layout/list1"/>
    <dgm:cxn modelId="{52617CB1-38E6-4DBE-A419-DD2648D993EF}" type="presOf" srcId="{BC138D19-C395-4C6C-B894-CB73DCFE36AE}" destId="{9ECA542A-59D8-4D7B-A9BF-6B6643A0DFE3}" srcOrd="1" destOrd="0" presId="urn:microsoft.com/office/officeart/2005/8/layout/list1"/>
    <dgm:cxn modelId="{08DB2CBC-4463-4A31-B030-0F0B2803772F}" type="presOf" srcId="{1A50653B-9F5E-4F02-96B8-07933C816F0A}" destId="{9255A07F-B3E2-48AC-92E1-7423AD5CE81F}" srcOrd="1" destOrd="0" presId="urn:microsoft.com/office/officeart/2005/8/layout/list1"/>
    <dgm:cxn modelId="{C97983BE-F66E-488C-8D9A-8EE13D057FCC}" type="presOf" srcId="{1CA8CCA5-D954-410E-A8EB-B5928165C7ED}" destId="{BACE5D89-39C2-43C2-99EC-1B421979D455}" srcOrd="1" destOrd="0" presId="urn:microsoft.com/office/officeart/2005/8/layout/list1"/>
    <dgm:cxn modelId="{ED9C0EE2-1A9B-46C1-9C6D-EC525C03959B}" type="presOf" srcId="{78D2E674-F746-43B7-B609-546ED2F333D8}" destId="{0427E200-6D07-439D-A948-2F638926F4CF}" srcOrd="1" destOrd="0" presId="urn:microsoft.com/office/officeart/2005/8/layout/list1"/>
    <dgm:cxn modelId="{2E1A6DE6-E455-457F-B9F9-14507B48A2AD}" srcId="{6EEB6238-0833-49AA-91F6-A4D27A7A9BD0}" destId="{1A50653B-9F5E-4F02-96B8-07933C816F0A}" srcOrd="3" destOrd="0" parTransId="{21EF208F-B0C2-4E50-8ECD-F740BD55F2B5}" sibTransId="{10019B1E-74B8-4CB9-AC86-CF38F28BF432}"/>
    <dgm:cxn modelId="{DA5904E9-9634-4394-89B2-B4511612F2F2}" type="presOf" srcId="{BC138D19-C395-4C6C-B894-CB73DCFE36AE}" destId="{507DBC63-DF11-4E56-A886-2DB4EE9CDF9B}" srcOrd="0" destOrd="0" presId="urn:microsoft.com/office/officeart/2005/8/layout/list1"/>
    <dgm:cxn modelId="{0C3651EB-494D-48D8-96D2-3DAC8F77CFB7}" type="presOf" srcId="{1A50653B-9F5E-4F02-96B8-07933C816F0A}" destId="{1B0C7472-30FC-42A9-BB09-21EA461BB29B}" srcOrd="0" destOrd="0" presId="urn:microsoft.com/office/officeart/2005/8/layout/list1"/>
    <dgm:cxn modelId="{AA16DAF2-15A8-49F4-948C-3197F507C107}" srcId="{6EEB6238-0833-49AA-91F6-A4D27A7A9BD0}" destId="{BC138D19-C395-4C6C-B894-CB73DCFE36AE}" srcOrd="1" destOrd="0" parTransId="{EA6E36BB-143B-4A99-B70B-19456071CD50}" sibTransId="{80EE331F-C0A8-41C9-B5D3-6D96E3DC5519}"/>
    <dgm:cxn modelId="{DEAF1395-F966-4F59-87DE-3D98F3CC0936}" type="presParOf" srcId="{54F6280D-5984-414E-B7E8-58C33AD8B9BB}" destId="{619AF1DB-DFF8-47EC-9672-C65AD7592FDA}" srcOrd="0" destOrd="0" presId="urn:microsoft.com/office/officeart/2005/8/layout/list1"/>
    <dgm:cxn modelId="{FD00F984-02AA-4AE7-8507-2B89A0D64BBA}" type="presParOf" srcId="{619AF1DB-DFF8-47EC-9672-C65AD7592FDA}" destId="{2439FEDD-021E-4472-909A-265B6D756344}" srcOrd="0" destOrd="0" presId="urn:microsoft.com/office/officeart/2005/8/layout/list1"/>
    <dgm:cxn modelId="{DB55FD52-8706-4CE2-9192-51EE4BBF667E}" type="presParOf" srcId="{619AF1DB-DFF8-47EC-9672-C65AD7592FDA}" destId="{0427E200-6D07-439D-A948-2F638926F4CF}" srcOrd="1" destOrd="0" presId="urn:microsoft.com/office/officeart/2005/8/layout/list1"/>
    <dgm:cxn modelId="{AB835767-89DB-4B35-AAD9-58801DEBC755}" type="presParOf" srcId="{54F6280D-5984-414E-B7E8-58C33AD8B9BB}" destId="{324C9331-B243-4013-84D2-F2BDA98DB8CC}" srcOrd="1" destOrd="0" presId="urn:microsoft.com/office/officeart/2005/8/layout/list1"/>
    <dgm:cxn modelId="{2CBD3EE9-C1B8-4434-BF70-581B8D0D30CF}" type="presParOf" srcId="{54F6280D-5984-414E-B7E8-58C33AD8B9BB}" destId="{7BC62F4C-CBF9-45B1-A60A-C7252E92212A}" srcOrd="2" destOrd="0" presId="urn:microsoft.com/office/officeart/2005/8/layout/list1"/>
    <dgm:cxn modelId="{295F8F9B-6AE2-4A49-9D33-57A038CBCE0B}" type="presParOf" srcId="{54F6280D-5984-414E-B7E8-58C33AD8B9BB}" destId="{93D61890-3F9B-4B2C-ACAF-87C7141484BE}" srcOrd="3" destOrd="0" presId="urn:microsoft.com/office/officeart/2005/8/layout/list1"/>
    <dgm:cxn modelId="{447EDCB5-5476-418D-B219-23F23F8D330F}" type="presParOf" srcId="{54F6280D-5984-414E-B7E8-58C33AD8B9BB}" destId="{E6765BE6-43B4-408F-BC3F-CB6A6E2E03FA}" srcOrd="4" destOrd="0" presId="urn:microsoft.com/office/officeart/2005/8/layout/list1"/>
    <dgm:cxn modelId="{EA8848E5-CB2E-45F9-A47B-6F30DB38695B}" type="presParOf" srcId="{E6765BE6-43B4-408F-BC3F-CB6A6E2E03FA}" destId="{507DBC63-DF11-4E56-A886-2DB4EE9CDF9B}" srcOrd="0" destOrd="0" presId="urn:microsoft.com/office/officeart/2005/8/layout/list1"/>
    <dgm:cxn modelId="{441BFBEC-09D5-46B4-87DB-33A2FC6F5A7D}" type="presParOf" srcId="{E6765BE6-43B4-408F-BC3F-CB6A6E2E03FA}" destId="{9ECA542A-59D8-4D7B-A9BF-6B6643A0DFE3}" srcOrd="1" destOrd="0" presId="urn:microsoft.com/office/officeart/2005/8/layout/list1"/>
    <dgm:cxn modelId="{4049C175-8D4B-44B1-A62D-E6AF0491BFC8}" type="presParOf" srcId="{54F6280D-5984-414E-B7E8-58C33AD8B9BB}" destId="{99FC010B-83F9-47BF-8672-F391725ACB42}" srcOrd="5" destOrd="0" presId="urn:microsoft.com/office/officeart/2005/8/layout/list1"/>
    <dgm:cxn modelId="{45B94F8A-A922-43C5-8D90-DC276FBD16F3}" type="presParOf" srcId="{54F6280D-5984-414E-B7E8-58C33AD8B9BB}" destId="{ACEB4A1C-27A0-43CA-9A07-2D4A6A9B55BA}" srcOrd="6" destOrd="0" presId="urn:microsoft.com/office/officeart/2005/8/layout/list1"/>
    <dgm:cxn modelId="{F8035ECF-FD83-4827-80C9-A366CACC3473}" type="presParOf" srcId="{54F6280D-5984-414E-B7E8-58C33AD8B9BB}" destId="{324C4D3D-B9D2-4597-B095-FE88998D0359}" srcOrd="7" destOrd="0" presId="urn:microsoft.com/office/officeart/2005/8/layout/list1"/>
    <dgm:cxn modelId="{8712AC43-B647-4DE5-816F-D7277E612090}" type="presParOf" srcId="{54F6280D-5984-414E-B7E8-58C33AD8B9BB}" destId="{7FFF37B8-CB12-4004-8359-56CCADD73B5A}" srcOrd="8" destOrd="0" presId="urn:microsoft.com/office/officeart/2005/8/layout/list1"/>
    <dgm:cxn modelId="{83943B67-8835-4E73-B583-E631C7EDE181}" type="presParOf" srcId="{7FFF37B8-CB12-4004-8359-56CCADD73B5A}" destId="{11AF5CD6-C0F4-4727-9849-FEAD9B6EC012}" srcOrd="0" destOrd="0" presId="urn:microsoft.com/office/officeart/2005/8/layout/list1"/>
    <dgm:cxn modelId="{CE3C5737-6AB2-4250-BCDE-57FFCA144E73}" type="presParOf" srcId="{7FFF37B8-CB12-4004-8359-56CCADD73B5A}" destId="{BACE5D89-39C2-43C2-99EC-1B421979D455}" srcOrd="1" destOrd="0" presId="urn:microsoft.com/office/officeart/2005/8/layout/list1"/>
    <dgm:cxn modelId="{22E96EAF-8193-4832-B69A-89192798C28D}" type="presParOf" srcId="{54F6280D-5984-414E-B7E8-58C33AD8B9BB}" destId="{338030FF-10F4-44DB-B629-79C992CE6242}" srcOrd="9" destOrd="0" presId="urn:microsoft.com/office/officeart/2005/8/layout/list1"/>
    <dgm:cxn modelId="{4B9041F1-1332-4018-B77B-A77AF6390C05}" type="presParOf" srcId="{54F6280D-5984-414E-B7E8-58C33AD8B9BB}" destId="{CD1ACEEB-F353-4150-A197-3FD86B1DDB60}" srcOrd="10" destOrd="0" presId="urn:microsoft.com/office/officeart/2005/8/layout/list1"/>
    <dgm:cxn modelId="{1C91D68D-BBC1-4C55-90B1-F9130D422E42}" type="presParOf" srcId="{54F6280D-5984-414E-B7E8-58C33AD8B9BB}" destId="{4CB79499-6117-40B5-BBE7-DBFF53ACD054}" srcOrd="11" destOrd="0" presId="urn:microsoft.com/office/officeart/2005/8/layout/list1"/>
    <dgm:cxn modelId="{6D9170D6-98A2-48CC-B003-22F3F9A45590}" type="presParOf" srcId="{54F6280D-5984-414E-B7E8-58C33AD8B9BB}" destId="{295B070A-116F-41A9-8AFC-F14E123B4695}" srcOrd="12" destOrd="0" presId="urn:microsoft.com/office/officeart/2005/8/layout/list1"/>
    <dgm:cxn modelId="{6939CE53-D734-4A79-B1D7-740A8F2A54EF}" type="presParOf" srcId="{295B070A-116F-41A9-8AFC-F14E123B4695}" destId="{1B0C7472-30FC-42A9-BB09-21EA461BB29B}" srcOrd="0" destOrd="0" presId="urn:microsoft.com/office/officeart/2005/8/layout/list1"/>
    <dgm:cxn modelId="{9443AE69-BE8F-4AAA-B489-0FA29202A901}" type="presParOf" srcId="{295B070A-116F-41A9-8AFC-F14E123B4695}" destId="{9255A07F-B3E2-48AC-92E1-7423AD5CE81F}" srcOrd="1" destOrd="0" presId="urn:microsoft.com/office/officeart/2005/8/layout/list1"/>
    <dgm:cxn modelId="{65CD7642-1353-411B-8282-A87B15F9692F}" type="presParOf" srcId="{54F6280D-5984-414E-B7E8-58C33AD8B9BB}" destId="{F413748D-D011-4615-8E1C-C3D47DFB23CD}" srcOrd="13" destOrd="0" presId="urn:microsoft.com/office/officeart/2005/8/layout/list1"/>
    <dgm:cxn modelId="{F69441B2-2778-44CA-A113-6020E1E427AE}" type="presParOf" srcId="{54F6280D-5984-414E-B7E8-58C33AD8B9BB}" destId="{D299C687-C6F4-4BB6-81CB-1E37F1ACE572}" srcOrd="14" destOrd="0" presId="urn:microsoft.com/office/officeart/2005/8/layout/list1"/>
  </dgm:cxnLst>
  <dgm:bg>
    <a:noFill/>
  </dgm:bg>
  <dgm:whole>
    <a:ln>
      <a:solidFill>
        <a:srgbClr val="0070C0"/>
      </a:solidFill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D58DFE-643E-4E69-8DE5-C1D1F2898191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DE1329-1117-406E-A105-82D39CCB5E61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Model Architecture</a:t>
          </a:r>
        </a:p>
      </dgm:t>
    </dgm:pt>
    <dgm:pt modelId="{2DCD5D2E-9CAA-479A-AF73-75210575A7E8}" type="parTrans" cxnId="{F7D780FC-F24B-4B07-BB6F-11465648C732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8EDF52-F999-44AF-9FED-E4E6E1C5A190}" type="sibTrans" cxnId="{F7D780FC-F24B-4B07-BB6F-11465648C732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E76DA-8B2E-438E-898B-ED33ABCF8C27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Hidden Layer Depth</a:t>
          </a:r>
        </a:p>
      </dgm:t>
    </dgm:pt>
    <dgm:pt modelId="{3437F692-91B6-42D8-ADDE-DC1439A02ADC}" type="parTrans" cxnId="{CC2CC2C6-CEFE-4FC8-A673-20711663C429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AA5850-8A5A-433D-AA2E-C63D9009BFAB}" type="sibTrans" cxnId="{CC2CC2C6-CEFE-4FC8-A673-20711663C429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84061F-6EAD-49DF-9581-51CB2981261A}">
      <dgm:prSet phldrT="[Text]" custT="1"/>
      <dgm:spPr>
        <a:solidFill>
          <a:schemeClr val="bg1">
            <a:lumMod val="85000"/>
          </a:schemeClr>
        </a:solidFill>
        <a:ln>
          <a:solidFill>
            <a:schemeClr val="tx1">
              <a:lumMod val="85000"/>
              <a:lumOff val="15000"/>
            </a:schemeClr>
          </a:solidFill>
        </a:ln>
      </dgm:spPr>
      <dgm:t>
        <a:bodyPr/>
        <a:lstStyle/>
        <a:p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</a:p>
      </dgm:t>
    </dgm:pt>
    <dgm:pt modelId="{73D6F052-DA07-48D6-806D-0F2A5218C5E6}" type="parTrans" cxnId="{F890581B-9CB5-4292-ACDD-303512C97324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B1D25F-6E35-4C68-AFD7-7D3CB1967DB9}" type="sibTrans" cxnId="{F890581B-9CB5-4292-ACDD-303512C97324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F67C90-9AB4-48AE-94E9-F46947446053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Neuron Count</a:t>
          </a:r>
        </a:p>
      </dgm:t>
    </dgm:pt>
    <dgm:pt modelId="{FFC615E3-B205-42DD-9FED-127C81CF0BF5}" type="parTrans" cxnId="{0DF30EE7-B64F-486A-BB3F-1FDD461CB8EC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1E3A10-0150-435C-821C-9D09B163523A}" type="sibTrans" cxnId="{0DF30EE7-B64F-486A-BB3F-1FDD461CB8EC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EF6308-15BA-462C-BAB0-3750C9E58926}">
      <dgm:prSet phldrT="[Text]" custT="1"/>
      <dgm:spPr>
        <a:solidFill>
          <a:srgbClr val="3DE3D3"/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128</a:t>
          </a:r>
        </a:p>
      </dgm:t>
    </dgm:pt>
    <dgm:pt modelId="{AE92B0D3-7C8C-45C1-940E-A9D11A4051EA}" type="parTrans" cxnId="{C05671C1-6A3F-4C63-A0BA-A64E41683D10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987241-D112-47D8-AAE9-4544136B1AC6}" type="sibTrans" cxnId="{C05671C1-6A3F-4C63-A0BA-A64E41683D10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037F5B-9ACD-450A-925D-B51093B9AE6A}">
      <dgm:prSet phldrT="[Text]" custT="1"/>
      <dgm:spPr>
        <a:solidFill>
          <a:schemeClr val="accent1">
            <a:lumMod val="20000"/>
            <a:lumOff val="80000"/>
          </a:schemeClr>
        </a:solidFill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US" sz="1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ReLu</a:t>
          </a:r>
          <a:endParaRPr lang="en-US" sz="16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5FE854-DBAD-498A-A61D-476462518DA7}" type="parTrans" cxnId="{AE072517-5725-43FA-9A86-C7934FDB0F3D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B51486-7F8F-4516-ACBB-E204DBFE2EE5}" type="sibTrans" cxnId="{AE072517-5725-43FA-9A86-C7934FDB0F3D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546017-ED97-4134-B175-00E564598277}">
      <dgm:prSet phldrT="[Text]" custT="1"/>
      <dgm:spPr>
        <a:solidFill>
          <a:schemeClr val="bg1">
            <a:lumMod val="75000"/>
          </a:schemeClr>
        </a:solidFill>
        <a:ln>
          <a:solidFill>
            <a:schemeClr val="tx1">
              <a:lumMod val="85000"/>
              <a:lumOff val="15000"/>
            </a:schemeClr>
          </a:solidFill>
        </a:ln>
      </dgm:spPr>
      <dgm:t>
        <a:bodyPr/>
        <a:lstStyle/>
        <a:p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gm:t>
    </dgm:pt>
    <dgm:pt modelId="{47951961-7C83-4BB8-9EFD-1BB00F5FDA94}" type="sibTrans" cxnId="{555147F1-8E90-49F7-B079-0669A0A9314B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B64506-4C11-4D58-ADF2-2559A211A26A}" type="parTrans" cxnId="{555147F1-8E90-49F7-B079-0669A0A9314B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836F1E-5AE6-4F49-9663-DF5D81DE9D60}">
      <dgm:prSet phldrT="[Text]" custT="1"/>
      <dgm:spPr>
        <a:solidFill>
          <a:schemeClr val="bg1">
            <a:lumMod val="85000"/>
          </a:schemeClr>
        </a:solidFill>
        <a:ln>
          <a:solidFill>
            <a:schemeClr val="tx1">
              <a:lumMod val="85000"/>
              <a:lumOff val="15000"/>
            </a:schemeClr>
          </a:solidFill>
        </a:ln>
      </dgm:spPr>
      <dgm:t>
        <a:bodyPr/>
        <a:lstStyle/>
        <a:p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</a:p>
      </dgm:t>
    </dgm:pt>
    <dgm:pt modelId="{DD75D62F-FC61-4D33-9785-8CFD23DA812A}" type="parTrans" cxnId="{D4300CA5-3B4F-4956-A6F6-AA4EBF7E4AC3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CE8C66E-3189-4AE6-BC8F-4E18C5B49533}" type="sibTrans" cxnId="{D4300CA5-3B4F-4956-A6F6-AA4EBF7E4AC3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675806-2A3B-4D70-B5C0-F947631C327E}">
      <dgm:prSet phldrT="[Text]" custT="1"/>
      <dgm:spPr>
        <a:solidFill>
          <a:srgbClr val="3DE3D3"/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64</a:t>
          </a:r>
        </a:p>
      </dgm:t>
    </dgm:pt>
    <dgm:pt modelId="{B01E2229-58EB-47A8-992A-2C0AFF452F65}" type="parTrans" cxnId="{F353F09A-8777-43B9-BCC5-4F1BF7AAB985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78600E-04FB-4356-8FDC-26D1FD7EBCCF}" type="sibTrans" cxnId="{F353F09A-8777-43B9-BCC5-4F1BF7AAB985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F985D1-6C51-44CB-9928-5485B855A761}">
      <dgm:prSet phldrT="[Text]" custT="1"/>
      <dgm:spPr>
        <a:solidFill>
          <a:srgbClr val="3DE3D3"/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32</a:t>
          </a:r>
        </a:p>
      </dgm:t>
    </dgm:pt>
    <dgm:pt modelId="{ADB492B9-5345-4C57-BC91-5B45C84EDE44}" type="parTrans" cxnId="{FB5A2113-7540-4EDE-B92B-896E29076672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6D5FA5C-0AF5-4C1A-B134-0167E1F5613B}" type="sibTrans" cxnId="{FB5A2113-7540-4EDE-B92B-896E29076672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00435D-90F9-4212-8E50-0A23269B150D}">
      <dgm:prSet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Activation Functions</a:t>
          </a:r>
        </a:p>
      </dgm:t>
    </dgm:pt>
    <dgm:pt modelId="{D2A3A4C1-4EC2-4144-90F6-1537263C1077}" type="parTrans" cxnId="{ACD9F3BA-0859-46D2-856A-A21358563514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510D62-26AD-4A52-9B25-1584F68AFFD0}" type="sibTrans" cxnId="{ACD9F3BA-0859-46D2-856A-A21358563514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F9FCD1-9947-4D96-9C70-45DD99FDE32C}">
      <dgm:prSet phldrT="[Text]" custT="1"/>
      <dgm:spPr>
        <a:solidFill>
          <a:schemeClr val="accent1">
            <a:lumMod val="20000"/>
            <a:lumOff val="80000"/>
          </a:schemeClr>
        </a:solidFill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Leaky </a:t>
          </a:r>
          <a:r>
            <a:rPr lang="en-US" sz="1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ReLu</a:t>
          </a:r>
          <a:endParaRPr lang="en-US" sz="16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AB6AC8-9B81-49C7-8D7E-9D2A8FDC9CF2}" type="parTrans" cxnId="{C6C86802-7FE3-4020-BDBA-E36BE328BA4E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271436-9C54-4D73-B466-BB24716B1DEC}" type="sibTrans" cxnId="{C6C86802-7FE3-4020-BDBA-E36BE328BA4E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270F304-15CE-474C-85BE-C3D377138C32}">
      <dgm:prSet phldrT="[Text]" custT="1"/>
      <dgm:spPr>
        <a:solidFill>
          <a:schemeClr val="accent1">
            <a:lumMod val="20000"/>
            <a:lumOff val="80000"/>
          </a:schemeClr>
        </a:solidFill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Sigmoid</a:t>
          </a:r>
        </a:p>
      </dgm:t>
    </dgm:pt>
    <dgm:pt modelId="{DACC0F68-FF36-42BF-BDC9-EF60C5CD2EE5}" type="parTrans" cxnId="{B0BAF67D-E581-47B7-B1BF-5C9ACD838BDC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466B5-8C4A-4937-AA2A-15C22FC7340B}" type="sibTrans" cxnId="{B0BAF67D-E581-47B7-B1BF-5C9ACD838BDC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79533D-E95D-482C-8EBA-26DD666E4C4E}" type="pres">
      <dgm:prSet presAssocID="{8CD58DFE-643E-4E69-8DE5-C1D1F289819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E8DF6E9-21A7-448F-BDED-7E8AE138061F}" type="pres">
      <dgm:prSet presAssocID="{BCDE1329-1117-406E-A105-82D39CCB5E61}" presName="root1" presStyleCnt="0"/>
      <dgm:spPr/>
    </dgm:pt>
    <dgm:pt modelId="{59920536-D9D7-4B1A-A753-310A33AAD9E8}" type="pres">
      <dgm:prSet presAssocID="{BCDE1329-1117-406E-A105-82D39CCB5E61}" presName="LevelOneTextNode" presStyleLbl="node0" presStyleIdx="0" presStyleCnt="1" custScaleX="191442" custScaleY="179313" custLinFactX="-45481" custLinFactNeighborX="-100000" custLinFactNeighborY="12381">
        <dgm:presLayoutVars>
          <dgm:chPref val="3"/>
        </dgm:presLayoutVars>
      </dgm:prSet>
      <dgm:spPr/>
    </dgm:pt>
    <dgm:pt modelId="{C2BD9662-C50C-4AC2-9168-191C085736B4}" type="pres">
      <dgm:prSet presAssocID="{BCDE1329-1117-406E-A105-82D39CCB5E61}" presName="level2hierChild" presStyleCnt="0"/>
      <dgm:spPr/>
    </dgm:pt>
    <dgm:pt modelId="{E6797EFE-90C8-4513-9830-81279BDE1152}" type="pres">
      <dgm:prSet presAssocID="{3437F692-91B6-42D8-ADDE-DC1439A02ADC}" presName="conn2-1" presStyleLbl="parChTrans1D2" presStyleIdx="0" presStyleCnt="3"/>
      <dgm:spPr/>
    </dgm:pt>
    <dgm:pt modelId="{EE3D023B-9B89-48BC-A134-C3E089890B00}" type="pres">
      <dgm:prSet presAssocID="{3437F692-91B6-42D8-ADDE-DC1439A02ADC}" presName="connTx" presStyleLbl="parChTrans1D2" presStyleIdx="0" presStyleCnt="3"/>
      <dgm:spPr/>
    </dgm:pt>
    <dgm:pt modelId="{7466C3CB-73C6-4E73-814D-447580C9BFC1}" type="pres">
      <dgm:prSet presAssocID="{669E76DA-8B2E-438E-898B-ED33ABCF8C27}" presName="root2" presStyleCnt="0"/>
      <dgm:spPr/>
    </dgm:pt>
    <dgm:pt modelId="{9ABD8A6B-A336-4D21-9B00-4FAE9359664B}" type="pres">
      <dgm:prSet presAssocID="{669E76DA-8B2E-438E-898B-ED33ABCF8C27}" presName="LevelTwoTextNode" presStyleLbl="node2" presStyleIdx="0" presStyleCnt="3" custScaleX="168696" custScaleY="220798">
        <dgm:presLayoutVars>
          <dgm:chPref val="3"/>
        </dgm:presLayoutVars>
      </dgm:prSet>
      <dgm:spPr/>
    </dgm:pt>
    <dgm:pt modelId="{43A44DA0-D67A-4471-94B0-C11F9784B638}" type="pres">
      <dgm:prSet presAssocID="{669E76DA-8B2E-438E-898B-ED33ABCF8C27}" presName="level3hierChild" presStyleCnt="0"/>
      <dgm:spPr/>
    </dgm:pt>
    <dgm:pt modelId="{3297093E-64E3-477C-AEF2-DED944234CB5}" type="pres">
      <dgm:prSet presAssocID="{E4B64506-4C11-4D58-ADF2-2559A211A26A}" presName="conn2-1" presStyleLbl="parChTrans1D3" presStyleIdx="0" presStyleCnt="9"/>
      <dgm:spPr/>
    </dgm:pt>
    <dgm:pt modelId="{9AAD058E-7077-44EC-96CF-83DD9E413B4A}" type="pres">
      <dgm:prSet presAssocID="{E4B64506-4C11-4D58-ADF2-2559A211A26A}" presName="connTx" presStyleLbl="parChTrans1D3" presStyleIdx="0" presStyleCnt="9"/>
      <dgm:spPr/>
    </dgm:pt>
    <dgm:pt modelId="{875B16BB-004C-427F-A115-24435C7D434F}" type="pres">
      <dgm:prSet presAssocID="{3E546017-ED97-4134-B175-00E564598277}" presName="root2" presStyleCnt="0"/>
      <dgm:spPr/>
    </dgm:pt>
    <dgm:pt modelId="{63C258E2-CA06-4F14-9E8D-9DF5511DFEDD}" type="pres">
      <dgm:prSet presAssocID="{3E546017-ED97-4134-B175-00E564598277}" presName="LevelTwoTextNode" presStyleLbl="node3" presStyleIdx="0" presStyleCnt="9" custScaleX="88053" custScaleY="79478" custLinFactNeighborX="99385">
        <dgm:presLayoutVars>
          <dgm:chPref val="3"/>
        </dgm:presLayoutVars>
      </dgm:prSet>
      <dgm:spPr>
        <a:prstGeom prst="decagon">
          <a:avLst/>
        </a:prstGeom>
      </dgm:spPr>
    </dgm:pt>
    <dgm:pt modelId="{59A482E2-F3AA-4CEE-B133-F198B79C6080}" type="pres">
      <dgm:prSet presAssocID="{3E546017-ED97-4134-B175-00E564598277}" presName="level3hierChild" presStyleCnt="0"/>
      <dgm:spPr/>
    </dgm:pt>
    <dgm:pt modelId="{32CA477C-74E6-45F3-84DD-F29C9FFD8D42}" type="pres">
      <dgm:prSet presAssocID="{73D6F052-DA07-48D6-806D-0F2A5218C5E6}" presName="conn2-1" presStyleLbl="parChTrans1D3" presStyleIdx="1" presStyleCnt="9"/>
      <dgm:spPr/>
    </dgm:pt>
    <dgm:pt modelId="{A8073D60-BB10-4B04-8200-FF71489EFFAF}" type="pres">
      <dgm:prSet presAssocID="{73D6F052-DA07-48D6-806D-0F2A5218C5E6}" presName="connTx" presStyleLbl="parChTrans1D3" presStyleIdx="1" presStyleCnt="9"/>
      <dgm:spPr/>
    </dgm:pt>
    <dgm:pt modelId="{8253D9A2-586A-4459-BD7D-6DD8AAC7728D}" type="pres">
      <dgm:prSet presAssocID="{6484061F-6EAD-49DF-9581-51CB2981261A}" presName="root2" presStyleCnt="0"/>
      <dgm:spPr/>
    </dgm:pt>
    <dgm:pt modelId="{824FE33E-EFF1-4EC7-A580-5C95E6D38B6B}" type="pres">
      <dgm:prSet presAssocID="{6484061F-6EAD-49DF-9581-51CB2981261A}" presName="LevelTwoTextNode" presStyleLbl="node3" presStyleIdx="1" presStyleCnt="9" custScaleX="90654" custScaleY="70133" custLinFactX="910" custLinFactNeighborX="100000" custLinFactNeighborY="-1870">
        <dgm:presLayoutVars>
          <dgm:chPref val="3"/>
        </dgm:presLayoutVars>
      </dgm:prSet>
      <dgm:spPr>
        <a:prstGeom prst="decagon">
          <a:avLst/>
        </a:prstGeom>
      </dgm:spPr>
    </dgm:pt>
    <dgm:pt modelId="{0DAE10AE-7451-4A0C-A162-2BB53DEA60C2}" type="pres">
      <dgm:prSet presAssocID="{6484061F-6EAD-49DF-9581-51CB2981261A}" presName="level3hierChild" presStyleCnt="0"/>
      <dgm:spPr/>
    </dgm:pt>
    <dgm:pt modelId="{7A48D6E5-4422-4877-9740-91D4BF36ACDE}" type="pres">
      <dgm:prSet presAssocID="{DD75D62F-FC61-4D33-9785-8CFD23DA812A}" presName="conn2-1" presStyleLbl="parChTrans1D3" presStyleIdx="2" presStyleCnt="9"/>
      <dgm:spPr/>
    </dgm:pt>
    <dgm:pt modelId="{62FE4FBF-6989-4056-BC9D-B069B5CE1057}" type="pres">
      <dgm:prSet presAssocID="{DD75D62F-FC61-4D33-9785-8CFD23DA812A}" presName="connTx" presStyleLbl="parChTrans1D3" presStyleIdx="2" presStyleCnt="9"/>
      <dgm:spPr/>
    </dgm:pt>
    <dgm:pt modelId="{E9BA5AF2-CC1E-47FA-BEB4-595D23A71E0A}" type="pres">
      <dgm:prSet presAssocID="{32836F1E-5AE6-4F49-9663-DF5D81DE9D60}" presName="root2" presStyleCnt="0"/>
      <dgm:spPr/>
    </dgm:pt>
    <dgm:pt modelId="{EEA35A6D-1C3E-404E-B49D-5D480150AC61}" type="pres">
      <dgm:prSet presAssocID="{32836F1E-5AE6-4F49-9663-DF5D81DE9D60}" presName="LevelTwoTextNode" presStyleLbl="node3" presStyleIdx="2" presStyleCnt="9" custScaleX="90071" custScaleY="70206" custLinFactNeighborX="99385">
        <dgm:presLayoutVars>
          <dgm:chPref val="3"/>
        </dgm:presLayoutVars>
      </dgm:prSet>
      <dgm:spPr>
        <a:prstGeom prst="decagon">
          <a:avLst/>
        </a:prstGeom>
      </dgm:spPr>
    </dgm:pt>
    <dgm:pt modelId="{FF517DDF-0852-47B0-A68C-4C9B37891B5A}" type="pres">
      <dgm:prSet presAssocID="{32836F1E-5AE6-4F49-9663-DF5D81DE9D60}" presName="level3hierChild" presStyleCnt="0"/>
      <dgm:spPr/>
    </dgm:pt>
    <dgm:pt modelId="{5846F67E-C6DA-47B0-AE19-691B1EE0981E}" type="pres">
      <dgm:prSet presAssocID="{FFC615E3-B205-42DD-9FED-127C81CF0BF5}" presName="conn2-1" presStyleLbl="parChTrans1D2" presStyleIdx="1" presStyleCnt="3"/>
      <dgm:spPr/>
    </dgm:pt>
    <dgm:pt modelId="{2094B722-9E1B-404A-9359-3BE16C2DA9AB}" type="pres">
      <dgm:prSet presAssocID="{FFC615E3-B205-42DD-9FED-127C81CF0BF5}" presName="connTx" presStyleLbl="parChTrans1D2" presStyleIdx="1" presStyleCnt="3"/>
      <dgm:spPr/>
    </dgm:pt>
    <dgm:pt modelId="{378CF15A-5322-4C11-A788-772DEA9764F3}" type="pres">
      <dgm:prSet presAssocID="{EAF67C90-9AB4-48AE-94E9-F46947446053}" presName="root2" presStyleCnt="0"/>
      <dgm:spPr/>
    </dgm:pt>
    <dgm:pt modelId="{B955C304-D68E-44C0-B72E-3CC490D0CE49}" type="pres">
      <dgm:prSet presAssocID="{EAF67C90-9AB4-48AE-94E9-F46947446053}" presName="LevelTwoTextNode" presStyleLbl="node2" presStyleIdx="1" presStyleCnt="3" custScaleX="181078" custScaleY="205167" custLinFactNeighborX="445" custLinFactNeighborY="10716">
        <dgm:presLayoutVars>
          <dgm:chPref val="3"/>
        </dgm:presLayoutVars>
      </dgm:prSet>
      <dgm:spPr/>
    </dgm:pt>
    <dgm:pt modelId="{4B8BD6AA-37ED-47D6-8A19-7CC4F40F90EC}" type="pres">
      <dgm:prSet presAssocID="{EAF67C90-9AB4-48AE-94E9-F46947446053}" presName="level3hierChild" presStyleCnt="0"/>
      <dgm:spPr/>
    </dgm:pt>
    <dgm:pt modelId="{21FAE3CA-6197-4297-96D0-132F011F4636}" type="pres">
      <dgm:prSet presAssocID="{AE92B0D3-7C8C-45C1-940E-A9D11A4051EA}" presName="conn2-1" presStyleLbl="parChTrans1D3" presStyleIdx="3" presStyleCnt="9"/>
      <dgm:spPr/>
    </dgm:pt>
    <dgm:pt modelId="{F357DA22-4DBB-425C-BB5E-B7FB2661369D}" type="pres">
      <dgm:prSet presAssocID="{AE92B0D3-7C8C-45C1-940E-A9D11A4051EA}" presName="connTx" presStyleLbl="parChTrans1D3" presStyleIdx="3" presStyleCnt="9"/>
      <dgm:spPr/>
    </dgm:pt>
    <dgm:pt modelId="{29D80C50-D30A-4ACE-8077-330364916147}" type="pres">
      <dgm:prSet presAssocID="{5DEF6308-15BA-462C-BAB0-3750C9E58926}" presName="root2" presStyleCnt="0"/>
      <dgm:spPr/>
    </dgm:pt>
    <dgm:pt modelId="{A7092261-F8E7-42F7-A801-0BD2145485E8}" type="pres">
      <dgm:prSet presAssocID="{5DEF6308-15BA-462C-BAB0-3750C9E58926}" presName="LevelTwoTextNode" presStyleLbl="node3" presStyleIdx="3" presStyleCnt="9" custLinFactNeighborX="92415" custLinFactNeighborY="-2684">
        <dgm:presLayoutVars>
          <dgm:chPref val="3"/>
        </dgm:presLayoutVars>
      </dgm:prSet>
      <dgm:spPr>
        <a:prstGeom prst="diamond">
          <a:avLst/>
        </a:prstGeom>
      </dgm:spPr>
    </dgm:pt>
    <dgm:pt modelId="{2792D62B-14E4-4F2A-8880-AACBB9EB668B}" type="pres">
      <dgm:prSet presAssocID="{5DEF6308-15BA-462C-BAB0-3750C9E58926}" presName="level3hierChild" presStyleCnt="0"/>
      <dgm:spPr/>
    </dgm:pt>
    <dgm:pt modelId="{60D0442D-90BD-44D0-87AC-0B7BCEC7E34E}" type="pres">
      <dgm:prSet presAssocID="{B01E2229-58EB-47A8-992A-2C0AFF452F65}" presName="conn2-1" presStyleLbl="parChTrans1D3" presStyleIdx="4" presStyleCnt="9"/>
      <dgm:spPr/>
    </dgm:pt>
    <dgm:pt modelId="{342EDD44-1DB1-43E2-9418-DB203F27BBB7}" type="pres">
      <dgm:prSet presAssocID="{B01E2229-58EB-47A8-992A-2C0AFF452F65}" presName="connTx" presStyleLbl="parChTrans1D3" presStyleIdx="4" presStyleCnt="9"/>
      <dgm:spPr/>
    </dgm:pt>
    <dgm:pt modelId="{70F68A45-9EC2-4030-82BE-D72A6C6C5FEE}" type="pres">
      <dgm:prSet presAssocID="{37675806-2A3B-4D70-B5C0-F947631C327E}" presName="root2" presStyleCnt="0"/>
      <dgm:spPr/>
    </dgm:pt>
    <dgm:pt modelId="{D2229C6B-B287-4B31-83B6-60BE7F19D62B}" type="pres">
      <dgm:prSet presAssocID="{37675806-2A3B-4D70-B5C0-F947631C327E}" presName="LevelTwoTextNode" presStyleLbl="node3" presStyleIdx="4" presStyleCnt="9" custLinFactNeighborX="92084" custLinFactNeighborY="-6634">
        <dgm:presLayoutVars>
          <dgm:chPref val="3"/>
        </dgm:presLayoutVars>
      </dgm:prSet>
      <dgm:spPr>
        <a:prstGeom prst="diamond">
          <a:avLst/>
        </a:prstGeom>
      </dgm:spPr>
    </dgm:pt>
    <dgm:pt modelId="{40ED4515-147B-4212-839E-C2E0846D3AE2}" type="pres">
      <dgm:prSet presAssocID="{37675806-2A3B-4D70-B5C0-F947631C327E}" presName="level3hierChild" presStyleCnt="0"/>
      <dgm:spPr/>
    </dgm:pt>
    <dgm:pt modelId="{0E62A082-0636-4796-B57B-4F0910C0D2CA}" type="pres">
      <dgm:prSet presAssocID="{ADB492B9-5345-4C57-BC91-5B45C84EDE44}" presName="conn2-1" presStyleLbl="parChTrans1D3" presStyleIdx="5" presStyleCnt="9"/>
      <dgm:spPr/>
    </dgm:pt>
    <dgm:pt modelId="{72230868-900D-438C-AD81-86C7815F601A}" type="pres">
      <dgm:prSet presAssocID="{ADB492B9-5345-4C57-BC91-5B45C84EDE44}" presName="connTx" presStyleLbl="parChTrans1D3" presStyleIdx="5" presStyleCnt="9"/>
      <dgm:spPr/>
    </dgm:pt>
    <dgm:pt modelId="{B086B215-51F2-415B-AEB1-12653DF32166}" type="pres">
      <dgm:prSet presAssocID="{D2F985D1-6C51-44CB-9928-5485B855A761}" presName="root2" presStyleCnt="0"/>
      <dgm:spPr/>
    </dgm:pt>
    <dgm:pt modelId="{B8DEDF4D-629B-4C18-A4BF-1C6F135C3FCB}" type="pres">
      <dgm:prSet presAssocID="{D2F985D1-6C51-44CB-9928-5485B855A761}" presName="LevelTwoTextNode" presStyleLbl="node3" presStyleIdx="5" presStyleCnt="9" custLinFactNeighborX="92415" custLinFactNeighborY="-8788">
        <dgm:presLayoutVars>
          <dgm:chPref val="3"/>
        </dgm:presLayoutVars>
      </dgm:prSet>
      <dgm:spPr>
        <a:prstGeom prst="diamond">
          <a:avLst/>
        </a:prstGeom>
      </dgm:spPr>
    </dgm:pt>
    <dgm:pt modelId="{DC6C32F0-D0CA-46AD-9800-484118E33992}" type="pres">
      <dgm:prSet presAssocID="{D2F985D1-6C51-44CB-9928-5485B855A761}" presName="level3hierChild" presStyleCnt="0"/>
      <dgm:spPr/>
    </dgm:pt>
    <dgm:pt modelId="{BBE36E4A-6E41-49A4-967A-CEB98C6514E9}" type="pres">
      <dgm:prSet presAssocID="{D2A3A4C1-4EC2-4144-90F6-1537263C1077}" presName="conn2-1" presStyleLbl="parChTrans1D2" presStyleIdx="2" presStyleCnt="3"/>
      <dgm:spPr/>
    </dgm:pt>
    <dgm:pt modelId="{45CCC19E-117A-4B02-81BF-566A7328AF71}" type="pres">
      <dgm:prSet presAssocID="{D2A3A4C1-4EC2-4144-90F6-1537263C1077}" presName="connTx" presStyleLbl="parChTrans1D2" presStyleIdx="2" presStyleCnt="3"/>
      <dgm:spPr/>
    </dgm:pt>
    <dgm:pt modelId="{6761E943-CFAB-48FD-94F5-34F3DDFF0C09}" type="pres">
      <dgm:prSet presAssocID="{CB00435D-90F9-4212-8E50-0A23269B150D}" presName="root2" presStyleCnt="0"/>
      <dgm:spPr/>
    </dgm:pt>
    <dgm:pt modelId="{A822DC01-F345-4EC3-97F5-504740AB92DE}" type="pres">
      <dgm:prSet presAssocID="{CB00435D-90F9-4212-8E50-0A23269B150D}" presName="LevelTwoTextNode" presStyleLbl="node2" presStyleIdx="2" presStyleCnt="3" custScaleX="164523" custScaleY="162501">
        <dgm:presLayoutVars>
          <dgm:chPref val="3"/>
        </dgm:presLayoutVars>
      </dgm:prSet>
      <dgm:spPr/>
    </dgm:pt>
    <dgm:pt modelId="{7E2D3C74-E69D-40D8-B7C1-EA4A3A47A57F}" type="pres">
      <dgm:prSet presAssocID="{CB00435D-90F9-4212-8E50-0A23269B150D}" presName="level3hierChild" presStyleCnt="0"/>
      <dgm:spPr/>
    </dgm:pt>
    <dgm:pt modelId="{21C1E19E-0CB9-4596-87FB-70B2102D484F}" type="pres">
      <dgm:prSet presAssocID="{545FE854-DBAD-498A-A61D-476462518DA7}" presName="conn2-1" presStyleLbl="parChTrans1D3" presStyleIdx="6" presStyleCnt="9"/>
      <dgm:spPr/>
    </dgm:pt>
    <dgm:pt modelId="{1DE97E19-1698-4EB8-873E-86803C6D614D}" type="pres">
      <dgm:prSet presAssocID="{545FE854-DBAD-498A-A61D-476462518DA7}" presName="connTx" presStyleLbl="parChTrans1D3" presStyleIdx="6" presStyleCnt="9"/>
      <dgm:spPr/>
    </dgm:pt>
    <dgm:pt modelId="{73BCA7AF-EE03-47CC-8B1E-4ADDBC0E09E9}" type="pres">
      <dgm:prSet presAssocID="{42037F5B-9ACD-450A-925D-B51093B9AE6A}" presName="root2" presStyleCnt="0"/>
      <dgm:spPr/>
    </dgm:pt>
    <dgm:pt modelId="{85456863-B33E-487B-BCB7-53D1B6D8C168}" type="pres">
      <dgm:prSet presAssocID="{42037F5B-9ACD-450A-925D-B51093B9AE6A}" presName="LevelTwoTextNode" presStyleLbl="node3" presStyleIdx="6" presStyleCnt="9" custScaleX="212688" custScaleY="106984" custLinFactNeighborX="64884" custLinFactNeighborY="-5663">
        <dgm:presLayoutVars>
          <dgm:chPref val="3"/>
        </dgm:presLayoutVars>
      </dgm:prSet>
      <dgm:spPr>
        <a:prstGeom prst="flowChartTerminator">
          <a:avLst/>
        </a:prstGeom>
      </dgm:spPr>
    </dgm:pt>
    <dgm:pt modelId="{E51C7BC6-26CC-4DAA-B8DD-1272815F058F}" type="pres">
      <dgm:prSet presAssocID="{42037F5B-9ACD-450A-925D-B51093B9AE6A}" presName="level3hierChild" presStyleCnt="0"/>
      <dgm:spPr/>
    </dgm:pt>
    <dgm:pt modelId="{9533A05F-FFF5-4FB5-8B09-86E6B25BC3EB}" type="pres">
      <dgm:prSet presAssocID="{2DAB6AC8-9B81-49C7-8D7E-9D2A8FDC9CF2}" presName="conn2-1" presStyleLbl="parChTrans1D3" presStyleIdx="7" presStyleCnt="9"/>
      <dgm:spPr/>
    </dgm:pt>
    <dgm:pt modelId="{B1E363E1-27E8-4945-AC30-ED720A954683}" type="pres">
      <dgm:prSet presAssocID="{2DAB6AC8-9B81-49C7-8D7E-9D2A8FDC9CF2}" presName="connTx" presStyleLbl="parChTrans1D3" presStyleIdx="7" presStyleCnt="9"/>
      <dgm:spPr/>
    </dgm:pt>
    <dgm:pt modelId="{0BC7FDA4-F074-475F-A3BE-9A54164241FB}" type="pres">
      <dgm:prSet presAssocID="{EDF9FCD1-9947-4D96-9C70-45DD99FDE32C}" presName="root2" presStyleCnt="0"/>
      <dgm:spPr/>
    </dgm:pt>
    <dgm:pt modelId="{835182D7-7BAA-44C1-A31C-E88560334CA3}" type="pres">
      <dgm:prSet presAssocID="{EDF9FCD1-9947-4D96-9C70-45DD99FDE32C}" presName="LevelTwoTextNode" presStyleLbl="node3" presStyleIdx="7" presStyleCnt="9" custScaleX="208526" custScaleY="98298" custLinFactNeighborX="3326" custLinFactNeighborY="-3106">
        <dgm:presLayoutVars>
          <dgm:chPref val="3"/>
        </dgm:presLayoutVars>
      </dgm:prSet>
      <dgm:spPr>
        <a:prstGeom prst="flowChartTerminator">
          <a:avLst/>
        </a:prstGeom>
      </dgm:spPr>
    </dgm:pt>
    <dgm:pt modelId="{31EDE541-02CD-46AE-A640-473CC0E09F04}" type="pres">
      <dgm:prSet presAssocID="{EDF9FCD1-9947-4D96-9C70-45DD99FDE32C}" presName="level3hierChild" presStyleCnt="0"/>
      <dgm:spPr/>
    </dgm:pt>
    <dgm:pt modelId="{3007D841-B8FD-4AF7-A4FF-EBFB7C94C8D1}" type="pres">
      <dgm:prSet presAssocID="{DACC0F68-FF36-42BF-BDC9-EF60C5CD2EE5}" presName="conn2-1" presStyleLbl="parChTrans1D3" presStyleIdx="8" presStyleCnt="9"/>
      <dgm:spPr/>
    </dgm:pt>
    <dgm:pt modelId="{85FC8E5F-19E9-4938-9876-A7B60A7B0651}" type="pres">
      <dgm:prSet presAssocID="{DACC0F68-FF36-42BF-BDC9-EF60C5CD2EE5}" presName="connTx" presStyleLbl="parChTrans1D3" presStyleIdx="8" presStyleCnt="9"/>
      <dgm:spPr/>
    </dgm:pt>
    <dgm:pt modelId="{491B3537-67AE-4E4D-BCC5-B87362EA129F}" type="pres">
      <dgm:prSet presAssocID="{2270F304-15CE-474C-85BE-C3D377138C32}" presName="root2" presStyleCnt="0"/>
      <dgm:spPr/>
    </dgm:pt>
    <dgm:pt modelId="{DEF8C939-CC4E-409E-97C7-8B2ABC61D0BD}" type="pres">
      <dgm:prSet presAssocID="{2270F304-15CE-474C-85BE-C3D377138C32}" presName="LevelTwoTextNode" presStyleLbl="node3" presStyleIdx="8" presStyleCnt="9" custScaleX="209915" custLinFactX="6418" custLinFactNeighborX="100000" custLinFactNeighborY="681">
        <dgm:presLayoutVars>
          <dgm:chPref val="3"/>
        </dgm:presLayoutVars>
      </dgm:prSet>
      <dgm:spPr>
        <a:prstGeom prst="flowChartTerminator">
          <a:avLst/>
        </a:prstGeom>
      </dgm:spPr>
    </dgm:pt>
    <dgm:pt modelId="{A4F0DBF7-CDCF-46FC-AA56-09CF657ED7FF}" type="pres">
      <dgm:prSet presAssocID="{2270F304-15CE-474C-85BE-C3D377138C32}" presName="level3hierChild" presStyleCnt="0"/>
      <dgm:spPr/>
    </dgm:pt>
  </dgm:ptLst>
  <dgm:cxnLst>
    <dgm:cxn modelId="{4BEDC801-06D2-4960-8400-D160AAD349E5}" type="presOf" srcId="{B01E2229-58EB-47A8-992A-2C0AFF452F65}" destId="{342EDD44-1DB1-43E2-9418-DB203F27BBB7}" srcOrd="1" destOrd="0" presId="urn:microsoft.com/office/officeart/2005/8/layout/hierarchy2"/>
    <dgm:cxn modelId="{C6C86802-7FE3-4020-BDBA-E36BE328BA4E}" srcId="{CB00435D-90F9-4212-8E50-0A23269B150D}" destId="{EDF9FCD1-9947-4D96-9C70-45DD99FDE32C}" srcOrd="1" destOrd="0" parTransId="{2DAB6AC8-9B81-49C7-8D7E-9D2A8FDC9CF2}" sibTransId="{9A271436-9C54-4D73-B466-BB24716B1DEC}"/>
    <dgm:cxn modelId="{62B2350B-E2FC-46FD-BCFE-46EC8DAA9CFA}" type="presOf" srcId="{D2A3A4C1-4EC2-4144-90F6-1537263C1077}" destId="{BBE36E4A-6E41-49A4-967A-CEB98C6514E9}" srcOrd="0" destOrd="0" presId="urn:microsoft.com/office/officeart/2005/8/layout/hierarchy2"/>
    <dgm:cxn modelId="{6F8F0512-CA57-4DD9-9375-4808B0118134}" type="presOf" srcId="{EDF9FCD1-9947-4D96-9C70-45DD99FDE32C}" destId="{835182D7-7BAA-44C1-A31C-E88560334CA3}" srcOrd="0" destOrd="0" presId="urn:microsoft.com/office/officeart/2005/8/layout/hierarchy2"/>
    <dgm:cxn modelId="{FB5A2113-7540-4EDE-B92B-896E29076672}" srcId="{EAF67C90-9AB4-48AE-94E9-F46947446053}" destId="{D2F985D1-6C51-44CB-9928-5485B855A761}" srcOrd="2" destOrd="0" parTransId="{ADB492B9-5345-4C57-BC91-5B45C84EDE44}" sibTransId="{16D5FA5C-0AF5-4C1A-B134-0167E1F5613B}"/>
    <dgm:cxn modelId="{AF138116-0EE1-4831-92EF-212386C2FB3F}" type="presOf" srcId="{BCDE1329-1117-406E-A105-82D39CCB5E61}" destId="{59920536-D9D7-4B1A-A753-310A33AAD9E8}" srcOrd="0" destOrd="0" presId="urn:microsoft.com/office/officeart/2005/8/layout/hierarchy2"/>
    <dgm:cxn modelId="{AE072517-5725-43FA-9A86-C7934FDB0F3D}" srcId="{CB00435D-90F9-4212-8E50-0A23269B150D}" destId="{42037F5B-9ACD-450A-925D-B51093B9AE6A}" srcOrd="0" destOrd="0" parTransId="{545FE854-DBAD-498A-A61D-476462518DA7}" sibTransId="{F5B51486-7F8F-4516-ACBB-E204DBFE2EE5}"/>
    <dgm:cxn modelId="{2C6E0C1B-A82A-4DDB-8E70-005DECF4BD66}" type="presOf" srcId="{3437F692-91B6-42D8-ADDE-DC1439A02ADC}" destId="{EE3D023B-9B89-48BC-A134-C3E089890B00}" srcOrd="1" destOrd="0" presId="urn:microsoft.com/office/officeart/2005/8/layout/hierarchy2"/>
    <dgm:cxn modelId="{F890581B-9CB5-4292-ACDD-303512C97324}" srcId="{669E76DA-8B2E-438E-898B-ED33ABCF8C27}" destId="{6484061F-6EAD-49DF-9581-51CB2981261A}" srcOrd="1" destOrd="0" parTransId="{73D6F052-DA07-48D6-806D-0F2A5218C5E6}" sibTransId="{CFB1D25F-6E35-4C68-AFD7-7D3CB1967DB9}"/>
    <dgm:cxn modelId="{8B57E622-5151-4888-8AC5-A0A3B4216B9B}" type="presOf" srcId="{E4B64506-4C11-4D58-ADF2-2559A211A26A}" destId="{3297093E-64E3-477C-AEF2-DED944234CB5}" srcOrd="0" destOrd="0" presId="urn:microsoft.com/office/officeart/2005/8/layout/hierarchy2"/>
    <dgm:cxn modelId="{E996752A-B280-4411-BA00-4EAC8E7BCD64}" type="presOf" srcId="{AE92B0D3-7C8C-45C1-940E-A9D11A4051EA}" destId="{F357DA22-4DBB-425C-BB5E-B7FB2661369D}" srcOrd="1" destOrd="0" presId="urn:microsoft.com/office/officeart/2005/8/layout/hierarchy2"/>
    <dgm:cxn modelId="{F886C12B-0BB2-4D5A-AD9B-FE6E40509814}" type="presOf" srcId="{D2F985D1-6C51-44CB-9928-5485B855A761}" destId="{B8DEDF4D-629B-4C18-A4BF-1C6F135C3FCB}" srcOrd="0" destOrd="0" presId="urn:microsoft.com/office/officeart/2005/8/layout/hierarchy2"/>
    <dgm:cxn modelId="{9269C864-A5F5-48F1-9A29-C3CAEC5F49CE}" type="presOf" srcId="{545FE854-DBAD-498A-A61D-476462518DA7}" destId="{1DE97E19-1698-4EB8-873E-86803C6D614D}" srcOrd="1" destOrd="0" presId="urn:microsoft.com/office/officeart/2005/8/layout/hierarchy2"/>
    <dgm:cxn modelId="{B555E244-382D-4884-B39B-2389796E4D54}" type="presOf" srcId="{6484061F-6EAD-49DF-9581-51CB2981261A}" destId="{824FE33E-EFF1-4EC7-A580-5C95E6D38B6B}" srcOrd="0" destOrd="0" presId="urn:microsoft.com/office/officeart/2005/8/layout/hierarchy2"/>
    <dgm:cxn modelId="{5CEC6F49-67AF-424B-A1EA-0558BCCDA778}" type="presOf" srcId="{DD75D62F-FC61-4D33-9785-8CFD23DA812A}" destId="{7A48D6E5-4422-4877-9740-91D4BF36ACDE}" srcOrd="0" destOrd="0" presId="urn:microsoft.com/office/officeart/2005/8/layout/hierarchy2"/>
    <dgm:cxn modelId="{CCECD46B-589F-4FD7-AC12-202E90F48752}" type="presOf" srcId="{FFC615E3-B205-42DD-9FED-127C81CF0BF5}" destId="{2094B722-9E1B-404A-9359-3BE16C2DA9AB}" srcOrd="1" destOrd="0" presId="urn:microsoft.com/office/officeart/2005/8/layout/hierarchy2"/>
    <dgm:cxn modelId="{74589651-39FB-41AC-96F6-0C2A57FD904E}" type="presOf" srcId="{73D6F052-DA07-48D6-806D-0F2A5218C5E6}" destId="{A8073D60-BB10-4B04-8200-FF71489EFFAF}" srcOrd="1" destOrd="0" presId="urn:microsoft.com/office/officeart/2005/8/layout/hierarchy2"/>
    <dgm:cxn modelId="{8AF9C255-EF4D-4061-BA38-8C4CDFED2248}" type="presOf" srcId="{D2A3A4C1-4EC2-4144-90F6-1537263C1077}" destId="{45CCC19E-117A-4B02-81BF-566A7328AF71}" srcOrd="1" destOrd="0" presId="urn:microsoft.com/office/officeart/2005/8/layout/hierarchy2"/>
    <dgm:cxn modelId="{95221A7D-8BA8-4C67-B536-9DA8DB5DD582}" type="presOf" srcId="{37675806-2A3B-4D70-B5C0-F947631C327E}" destId="{D2229C6B-B287-4B31-83B6-60BE7F19D62B}" srcOrd="0" destOrd="0" presId="urn:microsoft.com/office/officeart/2005/8/layout/hierarchy2"/>
    <dgm:cxn modelId="{B0BAF67D-E581-47B7-B1BF-5C9ACD838BDC}" srcId="{CB00435D-90F9-4212-8E50-0A23269B150D}" destId="{2270F304-15CE-474C-85BE-C3D377138C32}" srcOrd="2" destOrd="0" parTransId="{DACC0F68-FF36-42BF-BDC9-EF60C5CD2EE5}" sibTransId="{669466B5-8C4A-4937-AA2A-15C22FC7340B}"/>
    <dgm:cxn modelId="{89B07E7E-8DFD-4A62-9D29-E861881C2DCC}" type="presOf" srcId="{8CD58DFE-643E-4E69-8DE5-C1D1F2898191}" destId="{2879533D-E95D-482C-8EBA-26DD666E4C4E}" srcOrd="0" destOrd="0" presId="urn:microsoft.com/office/officeart/2005/8/layout/hierarchy2"/>
    <dgm:cxn modelId="{5073B87F-F1E8-43D9-96D8-7DC2916DE9DE}" type="presOf" srcId="{42037F5B-9ACD-450A-925D-B51093B9AE6A}" destId="{85456863-B33E-487B-BCB7-53D1B6D8C168}" srcOrd="0" destOrd="0" presId="urn:microsoft.com/office/officeart/2005/8/layout/hierarchy2"/>
    <dgm:cxn modelId="{0B6E3481-6E04-490A-B692-B6151669DE61}" type="presOf" srcId="{DACC0F68-FF36-42BF-BDC9-EF60C5CD2EE5}" destId="{85FC8E5F-19E9-4938-9876-A7B60A7B0651}" srcOrd="1" destOrd="0" presId="urn:microsoft.com/office/officeart/2005/8/layout/hierarchy2"/>
    <dgm:cxn modelId="{0F4E2E87-5136-4F8B-9AC7-5A416030B99D}" type="presOf" srcId="{EAF67C90-9AB4-48AE-94E9-F46947446053}" destId="{B955C304-D68E-44C0-B72E-3CC490D0CE49}" srcOrd="0" destOrd="0" presId="urn:microsoft.com/office/officeart/2005/8/layout/hierarchy2"/>
    <dgm:cxn modelId="{2416558E-7618-4C26-A8B8-FF9C7BDA8628}" type="presOf" srcId="{CB00435D-90F9-4212-8E50-0A23269B150D}" destId="{A822DC01-F345-4EC3-97F5-504740AB92DE}" srcOrd="0" destOrd="0" presId="urn:microsoft.com/office/officeart/2005/8/layout/hierarchy2"/>
    <dgm:cxn modelId="{2EC9C38E-F19E-4AA1-A64A-00A015B85EE9}" type="presOf" srcId="{2270F304-15CE-474C-85BE-C3D377138C32}" destId="{DEF8C939-CC4E-409E-97C7-8B2ABC61D0BD}" srcOrd="0" destOrd="0" presId="urn:microsoft.com/office/officeart/2005/8/layout/hierarchy2"/>
    <dgm:cxn modelId="{F353F09A-8777-43B9-BCC5-4F1BF7AAB985}" srcId="{EAF67C90-9AB4-48AE-94E9-F46947446053}" destId="{37675806-2A3B-4D70-B5C0-F947631C327E}" srcOrd="1" destOrd="0" parTransId="{B01E2229-58EB-47A8-992A-2C0AFF452F65}" sibTransId="{7878600E-04FB-4356-8FDC-26D1FD7EBCCF}"/>
    <dgm:cxn modelId="{CE9BBA9F-F2D0-42BD-8B5C-6F6DB8DA6FE8}" type="presOf" srcId="{3E546017-ED97-4134-B175-00E564598277}" destId="{63C258E2-CA06-4F14-9E8D-9DF5511DFEDD}" srcOrd="0" destOrd="0" presId="urn:microsoft.com/office/officeart/2005/8/layout/hierarchy2"/>
    <dgm:cxn modelId="{197306A2-6A8D-4537-A4F9-D0BC7A602D7B}" type="presOf" srcId="{3437F692-91B6-42D8-ADDE-DC1439A02ADC}" destId="{E6797EFE-90C8-4513-9830-81279BDE1152}" srcOrd="0" destOrd="0" presId="urn:microsoft.com/office/officeart/2005/8/layout/hierarchy2"/>
    <dgm:cxn modelId="{0B5B2CA3-F809-412E-8073-C418308A216B}" type="presOf" srcId="{669E76DA-8B2E-438E-898B-ED33ABCF8C27}" destId="{9ABD8A6B-A336-4D21-9B00-4FAE9359664B}" srcOrd="0" destOrd="0" presId="urn:microsoft.com/office/officeart/2005/8/layout/hierarchy2"/>
    <dgm:cxn modelId="{D4300CA5-3B4F-4956-A6F6-AA4EBF7E4AC3}" srcId="{669E76DA-8B2E-438E-898B-ED33ABCF8C27}" destId="{32836F1E-5AE6-4F49-9663-DF5D81DE9D60}" srcOrd="2" destOrd="0" parTransId="{DD75D62F-FC61-4D33-9785-8CFD23DA812A}" sibTransId="{9CE8C66E-3189-4AE6-BC8F-4E18C5B49533}"/>
    <dgm:cxn modelId="{F4C6C8A8-C038-4035-8F19-0E927DA85293}" type="presOf" srcId="{545FE854-DBAD-498A-A61D-476462518DA7}" destId="{21C1E19E-0CB9-4596-87FB-70B2102D484F}" srcOrd="0" destOrd="0" presId="urn:microsoft.com/office/officeart/2005/8/layout/hierarchy2"/>
    <dgm:cxn modelId="{B58F85AC-C9D9-4996-90D9-66DCF88920E8}" type="presOf" srcId="{5DEF6308-15BA-462C-BAB0-3750C9E58926}" destId="{A7092261-F8E7-42F7-A801-0BD2145485E8}" srcOrd="0" destOrd="0" presId="urn:microsoft.com/office/officeart/2005/8/layout/hierarchy2"/>
    <dgm:cxn modelId="{E9ED4EB9-B219-4B79-9C42-DFAF35A1DC8E}" type="presOf" srcId="{73D6F052-DA07-48D6-806D-0F2A5218C5E6}" destId="{32CA477C-74E6-45F3-84DD-F29C9FFD8D42}" srcOrd="0" destOrd="0" presId="urn:microsoft.com/office/officeart/2005/8/layout/hierarchy2"/>
    <dgm:cxn modelId="{ACD9F3BA-0859-46D2-856A-A21358563514}" srcId="{BCDE1329-1117-406E-A105-82D39CCB5E61}" destId="{CB00435D-90F9-4212-8E50-0A23269B150D}" srcOrd="2" destOrd="0" parTransId="{D2A3A4C1-4EC2-4144-90F6-1537263C1077}" sibTransId="{8A510D62-26AD-4A52-9B25-1584F68AFFD0}"/>
    <dgm:cxn modelId="{26B9B3C0-F2E5-4339-9E9F-8BD6BB3E43C5}" type="presOf" srcId="{E4B64506-4C11-4D58-ADF2-2559A211A26A}" destId="{9AAD058E-7077-44EC-96CF-83DD9E413B4A}" srcOrd="1" destOrd="0" presId="urn:microsoft.com/office/officeart/2005/8/layout/hierarchy2"/>
    <dgm:cxn modelId="{C05671C1-6A3F-4C63-A0BA-A64E41683D10}" srcId="{EAF67C90-9AB4-48AE-94E9-F46947446053}" destId="{5DEF6308-15BA-462C-BAB0-3750C9E58926}" srcOrd="0" destOrd="0" parTransId="{AE92B0D3-7C8C-45C1-940E-A9D11A4051EA}" sibTransId="{23987241-D112-47D8-AAE9-4544136B1AC6}"/>
    <dgm:cxn modelId="{CC2CC2C6-CEFE-4FC8-A673-20711663C429}" srcId="{BCDE1329-1117-406E-A105-82D39CCB5E61}" destId="{669E76DA-8B2E-438E-898B-ED33ABCF8C27}" srcOrd="0" destOrd="0" parTransId="{3437F692-91B6-42D8-ADDE-DC1439A02ADC}" sibTransId="{71AA5850-8A5A-433D-AA2E-C63D9009BFAB}"/>
    <dgm:cxn modelId="{2CE305C9-1D60-430B-A480-123AA27482BF}" type="presOf" srcId="{ADB492B9-5345-4C57-BC91-5B45C84EDE44}" destId="{0E62A082-0636-4796-B57B-4F0910C0D2CA}" srcOrd="0" destOrd="0" presId="urn:microsoft.com/office/officeart/2005/8/layout/hierarchy2"/>
    <dgm:cxn modelId="{873D19CA-7E68-439A-9602-6C5585C25A3F}" type="presOf" srcId="{2DAB6AC8-9B81-49C7-8D7E-9D2A8FDC9CF2}" destId="{B1E363E1-27E8-4945-AC30-ED720A954683}" srcOrd="1" destOrd="0" presId="urn:microsoft.com/office/officeart/2005/8/layout/hierarchy2"/>
    <dgm:cxn modelId="{83C630D3-3DA3-4115-8FDC-CB5B1C1C17C6}" type="presOf" srcId="{FFC615E3-B205-42DD-9FED-127C81CF0BF5}" destId="{5846F67E-C6DA-47B0-AE19-691B1EE0981E}" srcOrd="0" destOrd="0" presId="urn:microsoft.com/office/officeart/2005/8/layout/hierarchy2"/>
    <dgm:cxn modelId="{F62096D3-C465-4067-BA26-931D8F0D321E}" type="presOf" srcId="{AE92B0D3-7C8C-45C1-940E-A9D11A4051EA}" destId="{21FAE3CA-6197-4297-96D0-132F011F4636}" srcOrd="0" destOrd="0" presId="urn:microsoft.com/office/officeart/2005/8/layout/hierarchy2"/>
    <dgm:cxn modelId="{C4D167D6-FE55-498B-BAC3-AC008A568925}" type="presOf" srcId="{DACC0F68-FF36-42BF-BDC9-EF60C5CD2EE5}" destId="{3007D841-B8FD-4AF7-A4FF-EBFB7C94C8D1}" srcOrd="0" destOrd="0" presId="urn:microsoft.com/office/officeart/2005/8/layout/hierarchy2"/>
    <dgm:cxn modelId="{0DF30EE7-B64F-486A-BB3F-1FDD461CB8EC}" srcId="{BCDE1329-1117-406E-A105-82D39CCB5E61}" destId="{EAF67C90-9AB4-48AE-94E9-F46947446053}" srcOrd="1" destOrd="0" parTransId="{FFC615E3-B205-42DD-9FED-127C81CF0BF5}" sibTransId="{D41E3A10-0150-435C-821C-9D09B163523A}"/>
    <dgm:cxn modelId="{58F1D9EE-E80D-4EAF-8FC8-E49528493441}" type="presOf" srcId="{32836F1E-5AE6-4F49-9663-DF5D81DE9D60}" destId="{EEA35A6D-1C3E-404E-B49D-5D480150AC61}" srcOrd="0" destOrd="0" presId="urn:microsoft.com/office/officeart/2005/8/layout/hierarchy2"/>
    <dgm:cxn modelId="{31039FF0-0D2C-408A-B6D9-E13E774A60CA}" type="presOf" srcId="{2DAB6AC8-9B81-49C7-8D7E-9D2A8FDC9CF2}" destId="{9533A05F-FFF5-4FB5-8B09-86E6B25BC3EB}" srcOrd="0" destOrd="0" presId="urn:microsoft.com/office/officeart/2005/8/layout/hierarchy2"/>
    <dgm:cxn modelId="{555147F1-8E90-49F7-B079-0669A0A9314B}" srcId="{669E76DA-8B2E-438E-898B-ED33ABCF8C27}" destId="{3E546017-ED97-4134-B175-00E564598277}" srcOrd="0" destOrd="0" parTransId="{E4B64506-4C11-4D58-ADF2-2559A211A26A}" sibTransId="{47951961-7C83-4BB8-9EFD-1BB00F5FDA94}"/>
    <dgm:cxn modelId="{7CF51EF3-38FE-45A9-8D48-6565EC35C1B1}" type="presOf" srcId="{ADB492B9-5345-4C57-BC91-5B45C84EDE44}" destId="{72230868-900D-438C-AD81-86C7815F601A}" srcOrd="1" destOrd="0" presId="urn:microsoft.com/office/officeart/2005/8/layout/hierarchy2"/>
    <dgm:cxn modelId="{AD6CF0F7-D070-4D45-9816-EF986D62C1AF}" type="presOf" srcId="{DD75D62F-FC61-4D33-9785-8CFD23DA812A}" destId="{62FE4FBF-6989-4056-BC9D-B069B5CE1057}" srcOrd="1" destOrd="0" presId="urn:microsoft.com/office/officeart/2005/8/layout/hierarchy2"/>
    <dgm:cxn modelId="{45E32DF8-E187-44C7-B8A9-F1FD91F2D83F}" type="presOf" srcId="{B01E2229-58EB-47A8-992A-2C0AFF452F65}" destId="{60D0442D-90BD-44D0-87AC-0B7BCEC7E34E}" srcOrd="0" destOrd="0" presId="urn:microsoft.com/office/officeart/2005/8/layout/hierarchy2"/>
    <dgm:cxn modelId="{F7D780FC-F24B-4B07-BB6F-11465648C732}" srcId="{8CD58DFE-643E-4E69-8DE5-C1D1F2898191}" destId="{BCDE1329-1117-406E-A105-82D39CCB5E61}" srcOrd="0" destOrd="0" parTransId="{2DCD5D2E-9CAA-479A-AF73-75210575A7E8}" sibTransId="{D08EDF52-F999-44AF-9FED-E4E6E1C5A190}"/>
    <dgm:cxn modelId="{CA3FADD1-7CDF-4268-B124-8A4CCD1EA28E}" type="presParOf" srcId="{2879533D-E95D-482C-8EBA-26DD666E4C4E}" destId="{9E8DF6E9-21A7-448F-BDED-7E8AE138061F}" srcOrd="0" destOrd="0" presId="urn:microsoft.com/office/officeart/2005/8/layout/hierarchy2"/>
    <dgm:cxn modelId="{2C833C29-101F-4851-A893-3346EE6694BB}" type="presParOf" srcId="{9E8DF6E9-21A7-448F-BDED-7E8AE138061F}" destId="{59920536-D9D7-4B1A-A753-310A33AAD9E8}" srcOrd="0" destOrd="0" presId="urn:microsoft.com/office/officeart/2005/8/layout/hierarchy2"/>
    <dgm:cxn modelId="{7C15423F-DCD1-4CC1-AF6D-EAD970F1F0CD}" type="presParOf" srcId="{9E8DF6E9-21A7-448F-BDED-7E8AE138061F}" destId="{C2BD9662-C50C-4AC2-9168-191C085736B4}" srcOrd="1" destOrd="0" presId="urn:microsoft.com/office/officeart/2005/8/layout/hierarchy2"/>
    <dgm:cxn modelId="{1EE0A2EC-2A40-4C78-B9CD-CEFCD7E0A3C5}" type="presParOf" srcId="{C2BD9662-C50C-4AC2-9168-191C085736B4}" destId="{E6797EFE-90C8-4513-9830-81279BDE1152}" srcOrd="0" destOrd="0" presId="urn:microsoft.com/office/officeart/2005/8/layout/hierarchy2"/>
    <dgm:cxn modelId="{215D3E38-A30D-4033-B29F-057DEAC89AB9}" type="presParOf" srcId="{E6797EFE-90C8-4513-9830-81279BDE1152}" destId="{EE3D023B-9B89-48BC-A134-C3E089890B00}" srcOrd="0" destOrd="0" presId="urn:microsoft.com/office/officeart/2005/8/layout/hierarchy2"/>
    <dgm:cxn modelId="{CC5B86D7-5281-41E3-9600-47EA90960DBF}" type="presParOf" srcId="{C2BD9662-C50C-4AC2-9168-191C085736B4}" destId="{7466C3CB-73C6-4E73-814D-447580C9BFC1}" srcOrd="1" destOrd="0" presId="urn:microsoft.com/office/officeart/2005/8/layout/hierarchy2"/>
    <dgm:cxn modelId="{29229EA2-8072-4ADE-8E2F-EE7B267CAB94}" type="presParOf" srcId="{7466C3CB-73C6-4E73-814D-447580C9BFC1}" destId="{9ABD8A6B-A336-4D21-9B00-4FAE9359664B}" srcOrd="0" destOrd="0" presId="urn:microsoft.com/office/officeart/2005/8/layout/hierarchy2"/>
    <dgm:cxn modelId="{4B1BC656-5C99-4100-B1A7-5EBDB26EE4F6}" type="presParOf" srcId="{7466C3CB-73C6-4E73-814D-447580C9BFC1}" destId="{43A44DA0-D67A-4471-94B0-C11F9784B638}" srcOrd="1" destOrd="0" presId="urn:microsoft.com/office/officeart/2005/8/layout/hierarchy2"/>
    <dgm:cxn modelId="{429E2429-1F45-4521-9FD1-686FE0B16A2D}" type="presParOf" srcId="{43A44DA0-D67A-4471-94B0-C11F9784B638}" destId="{3297093E-64E3-477C-AEF2-DED944234CB5}" srcOrd="0" destOrd="0" presId="urn:microsoft.com/office/officeart/2005/8/layout/hierarchy2"/>
    <dgm:cxn modelId="{38600DA8-F6D7-4FED-9CBD-DED2BABB3B13}" type="presParOf" srcId="{3297093E-64E3-477C-AEF2-DED944234CB5}" destId="{9AAD058E-7077-44EC-96CF-83DD9E413B4A}" srcOrd="0" destOrd="0" presId="urn:microsoft.com/office/officeart/2005/8/layout/hierarchy2"/>
    <dgm:cxn modelId="{BB196EFF-94B5-42C8-90FC-6DA11D7301DF}" type="presParOf" srcId="{43A44DA0-D67A-4471-94B0-C11F9784B638}" destId="{875B16BB-004C-427F-A115-24435C7D434F}" srcOrd="1" destOrd="0" presId="urn:microsoft.com/office/officeart/2005/8/layout/hierarchy2"/>
    <dgm:cxn modelId="{7A6C006A-A013-4892-A72E-2AB29926E651}" type="presParOf" srcId="{875B16BB-004C-427F-A115-24435C7D434F}" destId="{63C258E2-CA06-4F14-9E8D-9DF5511DFEDD}" srcOrd="0" destOrd="0" presId="urn:microsoft.com/office/officeart/2005/8/layout/hierarchy2"/>
    <dgm:cxn modelId="{D08E92E4-6136-48D8-922E-FE5128528134}" type="presParOf" srcId="{875B16BB-004C-427F-A115-24435C7D434F}" destId="{59A482E2-F3AA-4CEE-B133-F198B79C6080}" srcOrd="1" destOrd="0" presId="urn:microsoft.com/office/officeart/2005/8/layout/hierarchy2"/>
    <dgm:cxn modelId="{C9A8C147-4C45-41D2-81C7-D432DFFB7BD8}" type="presParOf" srcId="{43A44DA0-D67A-4471-94B0-C11F9784B638}" destId="{32CA477C-74E6-45F3-84DD-F29C9FFD8D42}" srcOrd="2" destOrd="0" presId="urn:microsoft.com/office/officeart/2005/8/layout/hierarchy2"/>
    <dgm:cxn modelId="{2AFE716E-69CB-449A-8ECD-E3826EFD64DA}" type="presParOf" srcId="{32CA477C-74E6-45F3-84DD-F29C9FFD8D42}" destId="{A8073D60-BB10-4B04-8200-FF71489EFFAF}" srcOrd="0" destOrd="0" presId="urn:microsoft.com/office/officeart/2005/8/layout/hierarchy2"/>
    <dgm:cxn modelId="{A4EC0B7C-771D-4651-97CD-D9C095C8F233}" type="presParOf" srcId="{43A44DA0-D67A-4471-94B0-C11F9784B638}" destId="{8253D9A2-586A-4459-BD7D-6DD8AAC7728D}" srcOrd="3" destOrd="0" presId="urn:microsoft.com/office/officeart/2005/8/layout/hierarchy2"/>
    <dgm:cxn modelId="{F1D7CAE7-260E-4FA3-A0C8-960A7D635D14}" type="presParOf" srcId="{8253D9A2-586A-4459-BD7D-6DD8AAC7728D}" destId="{824FE33E-EFF1-4EC7-A580-5C95E6D38B6B}" srcOrd="0" destOrd="0" presId="urn:microsoft.com/office/officeart/2005/8/layout/hierarchy2"/>
    <dgm:cxn modelId="{2CC4F875-2DDB-41F0-8FD6-A6BE7F6DE799}" type="presParOf" srcId="{8253D9A2-586A-4459-BD7D-6DD8AAC7728D}" destId="{0DAE10AE-7451-4A0C-A162-2BB53DEA60C2}" srcOrd="1" destOrd="0" presId="urn:microsoft.com/office/officeart/2005/8/layout/hierarchy2"/>
    <dgm:cxn modelId="{231337AB-03A8-4BD5-A2BC-A01DC8D7BA74}" type="presParOf" srcId="{43A44DA0-D67A-4471-94B0-C11F9784B638}" destId="{7A48D6E5-4422-4877-9740-91D4BF36ACDE}" srcOrd="4" destOrd="0" presId="urn:microsoft.com/office/officeart/2005/8/layout/hierarchy2"/>
    <dgm:cxn modelId="{396739D7-9C45-4984-850A-B6709C2B67F2}" type="presParOf" srcId="{7A48D6E5-4422-4877-9740-91D4BF36ACDE}" destId="{62FE4FBF-6989-4056-BC9D-B069B5CE1057}" srcOrd="0" destOrd="0" presId="urn:microsoft.com/office/officeart/2005/8/layout/hierarchy2"/>
    <dgm:cxn modelId="{C8AD5CD4-C5B4-40C6-BD9E-5A1BAD214CFE}" type="presParOf" srcId="{43A44DA0-D67A-4471-94B0-C11F9784B638}" destId="{E9BA5AF2-CC1E-47FA-BEB4-595D23A71E0A}" srcOrd="5" destOrd="0" presId="urn:microsoft.com/office/officeart/2005/8/layout/hierarchy2"/>
    <dgm:cxn modelId="{08762140-6F87-4BE2-860B-463CF71D4F9F}" type="presParOf" srcId="{E9BA5AF2-CC1E-47FA-BEB4-595D23A71E0A}" destId="{EEA35A6D-1C3E-404E-B49D-5D480150AC61}" srcOrd="0" destOrd="0" presId="urn:microsoft.com/office/officeart/2005/8/layout/hierarchy2"/>
    <dgm:cxn modelId="{D7C14548-EBB2-47A6-8010-111FA9D5822F}" type="presParOf" srcId="{E9BA5AF2-CC1E-47FA-BEB4-595D23A71E0A}" destId="{FF517DDF-0852-47B0-A68C-4C9B37891B5A}" srcOrd="1" destOrd="0" presId="urn:microsoft.com/office/officeart/2005/8/layout/hierarchy2"/>
    <dgm:cxn modelId="{1BC97089-2BA1-491E-BB5C-461429132367}" type="presParOf" srcId="{C2BD9662-C50C-4AC2-9168-191C085736B4}" destId="{5846F67E-C6DA-47B0-AE19-691B1EE0981E}" srcOrd="2" destOrd="0" presId="urn:microsoft.com/office/officeart/2005/8/layout/hierarchy2"/>
    <dgm:cxn modelId="{E5206C03-BD05-428E-9091-E6E7D8AD80DA}" type="presParOf" srcId="{5846F67E-C6DA-47B0-AE19-691B1EE0981E}" destId="{2094B722-9E1B-404A-9359-3BE16C2DA9AB}" srcOrd="0" destOrd="0" presId="urn:microsoft.com/office/officeart/2005/8/layout/hierarchy2"/>
    <dgm:cxn modelId="{ABF4A6DB-81C5-40B6-A638-221AFA7532FD}" type="presParOf" srcId="{C2BD9662-C50C-4AC2-9168-191C085736B4}" destId="{378CF15A-5322-4C11-A788-772DEA9764F3}" srcOrd="3" destOrd="0" presId="urn:microsoft.com/office/officeart/2005/8/layout/hierarchy2"/>
    <dgm:cxn modelId="{13C08CA2-7C24-43FF-A63F-F306DD0905B7}" type="presParOf" srcId="{378CF15A-5322-4C11-A788-772DEA9764F3}" destId="{B955C304-D68E-44C0-B72E-3CC490D0CE49}" srcOrd="0" destOrd="0" presId="urn:microsoft.com/office/officeart/2005/8/layout/hierarchy2"/>
    <dgm:cxn modelId="{DFC3E060-4C3B-4FAC-B08B-B6EE1616B748}" type="presParOf" srcId="{378CF15A-5322-4C11-A788-772DEA9764F3}" destId="{4B8BD6AA-37ED-47D6-8A19-7CC4F40F90EC}" srcOrd="1" destOrd="0" presId="urn:microsoft.com/office/officeart/2005/8/layout/hierarchy2"/>
    <dgm:cxn modelId="{090D261D-5C76-4107-B32B-94CEFAA75C56}" type="presParOf" srcId="{4B8BD6AA-37ED-47D6-8A19-7CC4F40F90EC}" destId="{21FAE3CA-6197-4297-96D0-132F011F4636}" srcOrd="0" destOrd="0" presId="urn:microsoft.com/office/officeart/2005/8/layout/hierarchy2"/>
    <dgm:cxn modelId="{7B8146C3-F84E-4E83-8FBD-FA8E77663CD6}" type="presParOf" srcId="{21FAE3CA-6197-4297-96D0-132F011F4636}" destId="{F357DA22-4DBB-425C-BB5E-B7FB2661369D}" srcOrd="0" destOrd="0" presId="urn:microsoft.com/office/officeart/2005/8/layout/hierarchy2"/>
    <dgm:cxn modelId="{0E70AE13-C78D-4CFC-BC0D-4536D088B565}" type="presParOf" srcId="{4B8BD6AA-37ED-47D6-8A19-7CC4F40F90EC}" destId="{29D80C50-D30A-4ACE-8077-330364916147}" srcOrd="1" destOrd="0" presId="urn:microsoft.com/office/officeart/2005/8/layout/hierarchy2"/>
    <dgm:cxn modelId="{2CC3633E-A752-4EF9-BB17-9DDC3CFA9571}" type="presParOf" srcId="{29D80C50-D30A-4ACE-8077-330364916147}" destId="{A7092261-F8E7-42F7-A801-0BD2145485E8}" srcOrd="0" destOrd="0" presId="urn:microsoft.com/office/officeart/2005/8/layout/hierarchy2"/>
    <dgm:cxn modelId="{40DD5471-07BA-4D63-94F7-95547DA488EF}" type="presParOf" srcId="{29D80C50-D30A-4ACE-8077-330364916147}" destId="{2792D62B-14E4-4F2A-8880-AACBB9EB668B}" srcOrd="1" destOrd="0" presId="urn:microsoft.com/office/officeart/2005/8/layout/hierarchy2"/>
    <dgm:cxn modelId="{F5275293-B22A-48E2-B7E1-40DA31407142}" type="presParOf" srcId="{4B8BD6AA-37ED-47D6-8A19-7CC4F40F90EC}" destId="{60D0442D-90BD-44D0-87AC-0B7BCEC7E34E}" srcOrd="2" destOrd="0" presId="urn:microsoft.com/office/officeart/2005/8/layout/hierarchy2"/>
    <dgm:cxn modelId="{B5E94D24-994F-4443-B9F6-3390380B1762}" type="presParOf" srcId="{60D0442D-90BD-44D0-87AC-0B7BCEC7E34E}" destId="{342EDD44-1DB1-43E2-9418-DB203F27BBB7}" srcOrd="0" destOrd="0" presId="urn:microsoft.com/office/officeart/2005/8/layout/hierarchy2"/>
    <dgm:cxn modelId="{0000A8F6-CFD8-45D9-A70E-3E8D355963F6}" type="presParOf" srcId="{4B8BD6AA-37ED-47D6-8A19-7CC4F40F90EC}" destId="{70F68A45-9EC2-4030-82BE-D72A6C6C5FEE}" srcOrd="3" destOrd="0" presId="urn:microsoft.com/office/officeart/2005/8/layout/hierarchy2"/>
    <dgm:cxn modelId="{4E5D3A64-E7F3-4C51-9902-177A0F429FFE}" type="presParOf" srcId="{70F68A45-9EC2-4030-82BE-D72A6C6C5FEE}" destId="{D2229C6B-B287-4B31-83B6-60BE7F19D62B}" srcOrd="0" destOrd="0" presId="urn:microsoft.com/office/officeart/2005/8/layout/hierarchy2"/>
    <dgm:cxn modelId="{97DD1B99-1FAE-4561-9C54-296ED8D3C5A2}" type="presParOf" srcId="{70F68A45-9EC2-4030-82BE-D72A6C6C5FEE}" destId="{40ED4515-147B-4212-839E-C2E0846D3AE2}" srcOrd="1" destOrd="0" presId="urn:microsoft.com/office/officeart/2005/8/layout/hierarchy2"/>
    <dgm:cxn modelId="{B0DF9DBC-FC99-45E3-BC82-BA4B7CD83407}" type="presParOf" srcId="{4B8BD6AA-37ED-47D6-8A19-7CC4F40F90EC}" destId="{0E62A082-0636-4796-B57B-4F0910C0D2CA}" srcOrd="4" destOrd="0" presId="urn:microsoft.com/office/officeart/2005/8/layout/hierarchy2"/>
    <dgm:cxn modelId="{C2ED8E17-B4EF-4181-980D-F3C80F38D0DD}" type="presParOf" srcId="{0E62A082-0636-4796-B57B-4F0910C0D2CA}" destId="{72230868-900D-438C-AD81-86C7815F601A}" srcOrd="0" destOrd="0" presId="urn:microsoft.com/office/officeart/2005/8/layout/hierarchy2"/>
    <dgm:cxn modelId="{6A97C65A-43E6-4870-81D5-B3D09BD33E93}" type="presParOf" srcId="{4B8BD6AA-37ED-47D6-8A19-7CC4F40F90EC}" destId="{B086B215-51F2-415B-AEB1-12653DF32166}" srcOrd="5" destOrd="0" presId="urn:microsoft.com/office/officeart/2005/8/layout/hierarchy2"/>
    <dgm:cxn modelId="{D91CF35F-2243-4651-BFDC-E0F953D17A4B}" type="presParOf" srcId="{B086B215-51F2-415B-AEB1-12653DF32166}" destId="{B8DEDF4D-629B-4C18-A4BF-1C6F135C3FCB}" srcOrd="0" destOrd="0" presId="urn:microsoft.com/office/officeart/2005/8/layout/hierarchy2"/>
    <dgm:cxn modelId="{166BF4F7-A826-40D4-85A7-BE872518E605}" type="presParOf" srcId="{B086B215-51F2-415B-AEB1-12653DF32166}" destId="{DC6C32F0-D0CA-46AD-9800-484118E33992}" srcOrd="1" destOrd="0" presId="urn:microsoft.com/office/officeart/2005/8/layout/hierarchy2"/>
    <dgm:cxn modelId="{991BC1E9-C901-4315-9344-48CD6DF7B1F1}" type="presParOf" srcId="{C2BD9662-C50C-4AC2-9168-191C085736B4}" destId="{BBE36E4A-6E41-49A4-967A-CEB98C6514E9}" srcOrd="4" destOrd="0" presId="urn:microsoft.com/office/officeart/2005/8/layout/hierarchy2"/>
    <dgm:cxn modelId="{F2D0C635-26DF-4DA9-B741-07676D9B91EF}" type="presParOf" srcId="{BBE36E4A-6E41-49A4-967A-CEB98C6514E9}" destId="{45CCC19E-117A-4B02-81BF-566A7328AF71}" srcOrd="0" destOrd="0" presId="urn:microsoft.com/office/officeart/2005/8/layout/hierarchy2"/>
    <dgm:cxn modelId="{378CE213-7E67-4C51-A95D-9ED3B2112A7E}" type="presParOf" srcId="{C2BD9662-C50C-4AC2-9168-191C085736B4}" destId="{6761E943-CFAB-48FD-94F5-34F3DDFF0C09}" srcOrd="5" destOrd="0" presId="urn:microsoft.com/office/officeart/2005/8/layout/hierarchy2"/>
    <dgm:cxn modelId="{3A07A74C-D2E0-47C5-80EC-39927D029B94}" type="presParOf" srcId="{6761E943-CFAB-48FD-94F5-34F3DDFF0C09}" destId="{A822DC01-F345-4EC3-97F5-504740AB92DE}" srcOrd="0" destOrd="0" presId="urn:microsoft.com/office/officeart/2005/8/layout/hierarchy2"/>
    <dgm:cxn modelId="{86DF9450-85DB-473B-A9E5-C93C2CAF7DF4}" type="presParOf" srcId="{6761E943-CFAB-48FD-94F5-34F3DDFF0C09}" destId="{7E2D3C74-E69D-40D8-B7C1-EA4A3A47A57F}" srcOrd="1" destOrd="0" presId="urn:microsoft.com/office/officeart/2005/8/layout/hierarchy2"/>
    <dgm:cxn modelId="{6FC30BF1-3D78-4E98-8EC5-CA3917272BD8}" type="presParOf" srcId="{7E2D3C74-E69D-40D8-B7C1-EA4A3A47A57F}" destId="{21C1E19E-0CB9-4596-87FB-70B2102D484F}" srcOrd="0" destOrd="0" presId="urn:microsoft.com/office/officeart/2005/8/layout/hierarchy2"/>
    <dgm:cxn modelId="{27B43A88-F5B4-4857-AF8B-15D843CFA796}" type="presParOf" srcId="{21C1E19E-0CB9-4596-87FB-70B2102D484F}" destId="{1DE97E19-1698-4EB8-873E-86803C6D614D}" srcOrd="0" destOrd="0" presId="urn:microsoft.com/office/officeart/2005/8/layout/hierarchy2"/>
    <dgm:cxn modelId="{DA9E4EAA-631C-44DC-A2A6-2E6ABD41FB13}" type="presParOf" srcId="{7E2D3C74-E69D-40D8-B7C1-EA4A3A47A57F}" destId="{73BCA7AF-EE03-47CC-8B1E-4ADDBC0E09E9}" srcOrd="1" destOrd="0" presId="urn:microsoft.com/office/officeart/2005/8/layout/hierarchy2"/>
    <dgm:cxn modelId="{E25102E3-6096-4FB5-B194-1CB292789CAD}" type="presParOf" srcId="{73BCA7AF-EE03-47CC-8B1E-4ADDBC0E09E9}" destId="{85456863-B33E-487B-BCB7-53D1B6D8C168}" srcOrd="0" destOrd="0" presId="urn:microsoft.com/office/officeart/2005/8/layout/hierarchy2"/>
    <dgm:cxn modelId="{B30CB000-ADD2-4769-8C33-D844096A17B7}" type="presParOf" srcId="{73BCA7AF-EE03-47CC-8B1E-4ADDBC0E09E9}" destId="{E51C7BC6-26CC-4DAA-B8DD-1272815F058F}" srcOrd="1" destOrd="0" presId="urn:microsoft.com/office/officeart/2005/8/layout/hierarchy2"/>
    <dgm:cxn modelId="{590E0021-2658-4D98-AFB4-87685428FAB7}" type="presParOf" srcId="{7E2D3C74-E69D-40D8-B7C1-EA4A3A47A57F}" destId="{9533A05F-FFF5-4FB5-8B09-86E6B25BC3EB}" srcOrd="2" destOrd="0" presId="urn:microsoft.com/office/officeart/2005/8/layout/hierarchy2"/>
    <dgm:cxn modelId="{86B8C82F-8D35-4440-94E5-A1CCD31F3E80}" type="presParOf" srcId="{9533A05F-FFF5-4FB5-8B09-86E6B25BC3EB}" destId="{B1E363E1-27E8-4945-AC30-ED720A954683}" srcOrd="0" destOrd="0" presId="urn:microsoft.com/office/officeart/2005/8/layout/hierarchy2"/>
    <dgm:cxn modelId="{51A3FC04-FA33-4DF5-A626-62EB92B08D9F}" type="presParOf" srcId="{7E2D3C74-E69D-40D8-B7C1-EA4A3A47A57F}" destId="{0BC7FDA4-F074-475F-A3BE-9A54164241FB}" srcOrd="3" destOrd="0" presId="urn:microsoft.com/office/officeart/2005/8/layout/hierarchy2"/>
    <dgm:cxn modelId="{D6D9D0A0-182E-45FE-888A-D0DB556C4306}" type="presParOf" srcId="{0BC7FDA4-F074-475F-A3BE-9A54164241FB}" destId="{835182D7-7BAA-44C1-A31C-E88560334CA3}" srcOrd="0" destOrd="0" presId="urn:microsoft.com/office/officeart/2005/8/layout/hierarchy2"/>
    <dgm:cxn modelId="{B16E23EC-B7C8-469F-8F81-8B4CC50D4E1D}" type="presParOf" srcId="{0BC7FDA4-F074-475F-A3BE-9A54164241FB}" destId="{31EDE541-02CD-46AE-A640-473CC0E09F04}" srcOrd="1" destOrd="0" presId="urn:microsoft.com/office/officeart/2005/8/layout/hierarchy2"/>
    <dgm:cxn modelId="{8888CE6D-F450-4B9C-ACD3-7F8E034C4B69}" type="presParOf" srcId="{7E2D3C74-E69D-40D8-B7C1-EA4A3A47A57F}" destId="{3007D841-B8FD-4AF7-A4FF-EBFB7C94C8D1}" srcOrd="4" destOrd="0" presId="urn:microsoft.com/office/officeart/2005/8/layout/hierarchy2"/>
    <dgm:cxn modelId="{4DAEBD17-6F1B-4CF5-AE9E-33FFA2337249}" type="presParOf" srcId="{3007D841-B8FD-4AF7-A4FF-EBFB7C94C8D1}" destId="{85FC8E5F-19E9-4938-9876-A7B60A7B0651}" srcOrd="0" destOrd="0" presId="urn:microsoft.com/office/officeart/2005/8/layout/hierarchy2"/>
    <dgm:cxn modelId="{60B450F8-67CB-47DF-A825-81B0390C685B}" type="presParOf" srcId="{7E2D3C74-E69D-40D8-B7C1-EA4A3A47A57F}" destId="{491B3537-67AE-4E4D-BCC5-B87362EA129F}" srcOrd="5" destOrd="0" presId="urn:microsoft.com/office/officeart/2005/8/layout/hierarchy2"/>
    <dgm:cxn modelId="{87712E71-2BFB-4474-A5AD-F77F341C8025}" type="presParOf" srcId="{491B3537-67AE-4E4D-BCC5-B87362EA129F}" destId="{DEF8C939-CC4E-409E-97C7-8B2ABC61D0BD}" srcOrd="0" destOrd="0" presId="urn:microsoft.com/office/officeart/2005/8/layout/hierarchy2"/>
    <dgm:cxn modelId="{CA038B45-E0FB-4626-A1CD-5DD0B9D724E9}" type="presParOf" srcId="{491B3537-67AE-4E4D-BCC5-B87362EA129F}" destId="{A4F0DBF7-CDCF-46FC-AA56-09CF657ED7FF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BF1D27-7F32-488D-A5E3-CB203BEA1320}" type="doc">
      <dgm:prSet loTypeId="urn:microsoft.com/office/officeart/2005/8/layout/pyramid2" loCatId="list" qsTypeId="urn:microsoft.com/office/officeart/2005/8/quickstyle/3d5" qsCatId="3D" csTypeId="urn:microsoft.com/office/officeart/2005/8/colors/accent1_2" csCatId="accent1" phldr="1"/>
      <dgm:spPr/>
    </dgm:pt>
    <dgm:pt modelId="{05999661-AC43-4BFD-A6F7-8A39DAFDC6A1}">
      <dgm:prSet phldrT="[Text]"/>
      <dgm:spPr>
        <a:ln>
          <a:solidFill>
            <a:schemeClr val="tx1">
              <a:lumMod val="85000"/>
              <a:lumOff val="15000"/>
            </a:schemeClr>
          </a:solidFill>
        </a:ln>
      </dgm:spPr>
      <dgm:t>
        <a:bodyPr/>
        <a:lstStyle/>
        <a:p>
          <a:r>
            <a:rPr lang="en-US" dirty="0"/>
            <a:t>Accuracy</a:t>
          </a:r>
        </a:p>
      </dgm:t>
    </dgm:pt>
    <dgm:pt modelId="{70AC6E07-4FE6-4943-9484-FF985C49212A}" type="parTrans" cxnId="{73DA63EE-0522-4949-94F3-61C6C12F37F5}">
      <dgm:prSet/>
      <dgm:spPr/>
      <dgm:t>
        <a:bodyPr/>
        <a:lstStyle/>
        <a:p>
          <a:endParaRPr lang="en-US"/>
        </a:p>
      </dgm:t>
    </dgm:pt>
    <dgm:pt modelId="{CCF17347-AD48-4A2C-84E0-72C2D5F6D427}" type="sibTrans" cxnId="{73DA63EE-0522-4949-94F3-61C6C12F37F5}">
      <dgm:prSet/>
      <dgm:spPr/>
      <dgm:t>
        <a:bodyPr/>
        <a:lstStyle/>
        <a:p>
          <a:endParaRPr lang="en-US"/>
        </a:p>
      </dgm:t>
    </dgm:pt>
    <dgm:pt modelId="{109EF026-9661-48DC-A76F-5C69F523FC0F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US" dirty="0"/>
            <a:t>Loss</a:t>
          </a:r>
        </a:p>
      </dgm:t>
    </dgm:pt>
    <dgm:pt modelId="{E7EA8DC7-93CA-4A2B-9837-5219A17CEE9C}" type="parTrans" cxnId="{202456BA-91BA-454B-8003-E5A3CCECA731}">
      <dgm:prSet/>
      <dgm:spPr/>
      <dgm:t>
        <a:bodyPr/>
        <a:lstStyle/>
        <a:p>
          <a:endParaRPr lang="en-US"/>
        </a:p>
      </dgm:t>
    </dgm:pt>
    <dgm:pt modelId="{55C46556-03AB-40B2-925E-3B25C3492346}" type="sibTrans" cxnId="{202456BA-91BA-454B-8003-E5A3CCECA731}">
      <dgm:prSet/>
      <dgm:spPr/>
      <dgm:t>
        <a:bodyPr/>
        <a:lstStyle/>
        <a:p>
          <a:endParaRPr lang="en-US"/>
        </a:p>
      </dgm:t>
    </dgm:pt>
    <dgm:pt modelId="{B68C9B58-4E86-407C-905C-35BE959034F8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US" dirty="0"/>
            <a:t>Generalization</a:t>
          </a:r>
        </a:p>
      </dgm:t>
    </dgm:pt>
    <dgm:pt modelId="{7E3EE924-AA2F-44E3-81A5-592FF11910CE}" type="parTrans" cxnId="{0D83F6EC-C30F-4411-B28A-5566DC69950E}">
      <dgm:prSet/>
      <dgm:spPr/>
      <dgm:t>
        <a:bodyPr/>
        <a:lstStyle/>
        <a:p>
          <a:endParaRPr lang="en-US"/>
        </a:p>
      </dgm:t>
    </dgm:pt>
    <dgm:pt modelId="{0C576C8B-0A20-496D-99C7-8243E97E5E16}" type="sibTrans" cxnId="{0D83F6EC-C30F-4411-B28A-5566DC69950E}">
      <dgm:prSet/>
      <dgm:spPr/>
      <dgm:t>
        <a:bodyPr/>
        <a:lstStyle/>
        <a:p>
          <a:endParaRPr lang="en-US"/>
        </a:p>
      </dgm:t>
    </dgm:pt>
    <dgm:pt modelId="{3C3CAF29-4910-4E5D-9641-D60F137FAC9A}" type="pres">
      <dgm:prSet presAssocID="{5BBF1D27-7F32-488D-A5E3-CB203BEA1320}" presName="compositeShape" presStyleCnt="0">
        <dgm:presLayoutVars>
          <dgm:dir/>
          <dgm:resizeHandles/>
        </dgm:presLayoutVars>
      </dgm:prSet>
      <dgm:spPr/>
    </dgm:pt>
    <dgm:pt modelId="{7EDF33E4-4D0A-4FF8-8E1B-91E1D84B7302}" type="pres">
      <dgm:prSet presAssocID="{5BBF1D27-7F32-488D-A5E3-CB203BEA1320}" presName="pyramid" presStyleLbl="node1" presStyleIdx="0" presStyleCnt="1"/>
      <dgm:spPr>
        <a:solidFill>
          <a:schemeClr val="accent1">
            <a:lumMod val="60000"/>
            <a:lumOff val="40000"/>
          </a:schemeClr>
        </a:solidFill>
      </dgm:spPr>
    </dgm:pt>
    <dgm:pt modelId="{6A74A362-9EB7-49EC-9469-E0E6D53FE026}" type="pres">
      <dgm:prSet presAssocID="{5BBF1D27-7F32-488D-A5E3-CB203BEA1320}" presName="theList" presStyleCnt="0"/>
      <dgm:spPr/>
    </dgm:pt>
    <dgm:pt modelId="{3A9A9047-8775-483F-8B26-4FBF8627D32F}" type="pres">
      <dgm:prSet presAssocID="{05999661-AC43-4BFD-A6F7-8A39DAFDC6A1}" presName="aNode" presStyleLbl="fgAcc1" presStyleIdx="0" presStyleCnt="3">
        <dgm:presLayoutVars>
          <dgm:bulletEnabled val="1"/>
        </dgm:presLayoutVars>
      </dgm:prSet>
      <dgm:spPr/>
    </dgm:pt>
    <dgm:pt modelId="{B8D6448E-C906-4F79-90C8-F62042EA7DD5}" type="pres">
      <dgm:prSet presAssocID="{05999661-AC43-4BFD-A6F7-8A39DAFDC6A1}" presName="aSpace" presStyleCnt="0"/>
      <dgm:spPr/>
    </dgm:pt>
    <dgm:pt modelId="{F9BE00FB-40E9-4FDD-9C18-2F637C0ECD4D}" type="pres">
      <dgm:prSet presAssocID="{109EF026-9661-48DC-A76F-5C69F523FC0F}" presName="aNode" presStyleLbl="fgAcc1" presStyleIdx="1" presStyleCnt="3">
        <dgm:presLayoutVars>
          <dgm:bulletEnabled val="1"/>
        </dgm:presLayoutVars>
      </dgm:prSet>
      <dgm:spPr/>
    </dgm:pt>
    <dgm:pt modelId="{AD00818F-DC91-4DAF-B21A-91BEEEC01367}" type="pres">
      <dgm:prSet presAssocID="{109EF026-9661-48DC-A76F-5C69F523FC0F}" presName="aSpace" presStyleCnt="0"/>
      <dgm:spPr/>
    </dgm:pt>
    <dgm:pt modelId="{C6315DF4-D691-4888-B277-D138429C4D9F}" type="pres">
      <dgm:prSet presAssocID="{B68C9B58-4E86-407C-905C-35BE959034F8}" presName="aNode" presStyleLbl="fgAcc1" presStyleIdx="2" presStyleCnt="3">
        <dgm:presLayoutVars>
          <dgm:bulletEnabled val="1"/>
        </dgm:presLayoutVars>
      </dgm:prSet>
      <dgm:spPr/>
    </dgm:pt>
    <dgm:pt modelId="{35613E27-9012-47CB-90D1-CEFEFF44BAB2}" type="pres">
      <dgm:prSet presAssocID="{B68C9B58-4E86-407C-905C-35BE959034F8}" presName="aSpace" presStyleCnt="0"/>
      <dgm:spPr/>
    </dgm:pt>
  </dgm:ptLst>
  <dgm:cxnLst>
    <dgm:cxn modelId="{897E6C07-B9C0-4496-BF9C-CA00D5452182}" type="presOf" srcId="{B68C9B58-4E86-407C-905C-35BE959034F8}" destId="{C6315DF4-D691-4888-B277-D138429C4D9F}" srcOrd="0" destOrd="0" presId="urn:microsoft.com/office/officeart/2005/8/layout/pyramid2"/>
    <dgm:cxn modelId="{CD02F115-0F0A-4D17-83C6-41B2B65DFC70}" type="presOf" srcId="{05999661-AC43-4BFD-A6F7-8A39DAFDC6A1}" destId="{3A9A9047-8775-483F-8B26-4FBF8627D32F}" srcOrd="0" destOrd="0" presId="urn:microsoft.com/office/officeart/2005/8/layout/pyramid2"/>
    <dgm:cxn modelId="{62E5ED4A-8289-4CBC-BEF8-0DCAAFE29771}" type="presOf" srcId="{109EF026-9661-48DC-A76F-5C69F523FC0F}" destId="{F9BE00FB-40E9-4FDD-9C18-2F637C0ECD4D}" srcOrd="0" destOrd="0" presId="urn:microsoft.com/office/officeart/2005/8/layout/pyramid2"/>
    <dgm:cxn modelId="{202456BA-91BA-454B-8003-E5A3CCECA731}" srcId="{5BBF1D27-7F32-488D-A5E3-CB203BEA1320}" destId="{109EF026-9661-48DC-A76F-5C69F523FC0F}" srcOrd="1" destOrd="0" parTransId="{E7EA8DC7-93CA-4A2B-9837-5219A17CEE9C}" sibTransId="{55C46556-03AB-40B2-925E-3B25C3492346}"/>
    <dgm:cxn modelId="{A26DC1DD-4801-4669-A15A-C94E1F95B989}" type="presOf" srcId="{5BBF1D27-7F32-488D-A5E3-CB203BEA1320}" destId="{3C3CAF29-4910-4E5D-9641-D60F137FAC9A}" srcOrd="0" destOrd="0" presId="urn:microsoft.com/office/officeart/2005/8/layout/pyramid2"/>
    <dgm:cxn modelId="{0D83F6EC-C30F-4411-B28A-5566DC69950E}" srcId="{5BBF1D27-7F32-488D-A5E3-CB203BEA1320}" destId="{B68C9B58-4E86-407C-905C-35BE959034F8}" srcOrd="2" destOrd="0" parTransId="{7E3EE924-AA2F-44E3-81A5-592FF11910CE}" sibTransId="{0C576C8B-0A20-496D-99C7-8243E97E5E16}"/>
    <dgm:cxn modelId="{73DA63EE-0522-4949-94F3-61C6C12F37F5}" srcId="{5BBF1D27-7F32-488D-A5E3-CB203BEA1320}" destId="{05999661-AC43-4BFD-A6F7-8A39DAFDC6A1}" srcOrd="0" destOrd="0" parTransId="{70AC6E07-4FE6-4943-9484-FF985C49212A}" sibTransId="{CCF17347-AD48-4A2C-84E0-72C2D5F6D427}"/>
    <dgm:cxn modelId="{E878671E-F128-471D-9128-C7955D19542D}" type="presParOf" srcId="{3C3CAF29-4910-4E5D-9641-D60F137FAC9A}" destId="{7EDF33E4-4D0A-4FF8-8E1B-91E1D84B7302}" srcOrd="0" destOrd="0" presId="urn:microsoft.com/office/officeart/2005/8/layout/pyramid2"/>
    <dgm:cxn modelId="{259025A2-2C23-46DB-A8B0-1535180EAFCA}" type="presParOf" srcId="{3C3CAF29-4910-4E5D-9641-D60F137FAC9A}" destId="{6A74A362-9EB7-49EC-9469-E0E6D53FE026}" srcOrd="1" destOrd="0" presId="urn:microsoft.com/office/officeart/2005/8/layout/pyramid2"/>
    <dgm:cxn modelId="{061E340A-08C9-4B2C-8483-7E7663CCF4C1}" type="presParOf" srcId="{6A74A362-9EB7-49EC-9469-E0E6D53FE026}" destId="{3A9A9047-8775-483F-8B26-4FBF8627D32F}" srcOrd="0" destOrd="0" presId="urn:microsoft.com/office/officeart/2005/8/layout/pyramid2"/>
    <dgm:cxn modelId="{B86443C8-616F-425D-AB3A-2E563146321D}" type="presParOf" srcId="{6A74A362-9EB7-49EC-9469-E0E6D53FE026}" destId="{B8D6448E-C906-4F79-90C8-F62042EA7DD5}" srcOrd="1" destOrd="0" presId="urn:microsoft.com/office/officeart/2005/8/layout/pyramid2"/>
    <dgm:cxn modelId="{DBA88BA1-7138-4819-A9F6-2101BC25E66A}" type="presParOf" srcId="{6A74A362-9EB7-49EC-9469-E0E6D53FE026}" destId="{F9BE00FB-40E9-4FDD-9C18-2F637C0ECD4D}" srcOrd="2" destOrd="0" presId="urn:microsoft.com/office/officeart/2005/8/layout/pyramid2"/>
    <dgm:cxn modelId="{CF41AA16-00D5-4224-B581-F46BB6BD279E}" type="presParOf" srcId="{6A74A362-9EB7-49EC-9469-E0E6D53FE026}" destId="{AD00818F-DC91-4DAF-B21A-91BEEEC01367}" srcOrd="3" destOrd="0" presId="urn:microsoft.com/office/officeart/2005/8/layout/pyramid2"/>
    <dgm:cxn modelId="{53E94E35-2D6D-4F50-8E55-561BAFDBED0C}" type="presParOf" srcId="{6A74A362-9EB7-49EC-9469-E0E6D53FE026}" destId="{C6315DF4-D691-4888-B277-D138429C4D9F}" srcOrd="4" destOrd="0" presId="urn:microsoft.com/office/officeart/2005/8/layout/pyramid2"/>
    <dgm:cxn modelId="{237CFA3D-61C8-4EAF-957C-30DAFB94086D}" type="presParOf" srcId="{6A74A362-9EB7-49EC-9469-E0E6D53FE026}" destId="{35613E27-9012-47CB-90D1-CEFEFF44BAB2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B7D279-D97B-409D-90CA-65A7D47A4B21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0A29B4D-2C60-4BFC-86AC-7B73B9C89FC2}">
      <dgm:prSet phldrT="[Text]" custT="1"/>
      <dgm:spPr>
        <a:solidFill>
          <a:schemeClr val="accent1">
            <a:lumMod val="60000"/>
            <a:lumOff val="40000"/>
          </a:schemeClr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Tools</a:t>
          </a:r>
        </a:p>
      </dgm:t>
    </dgm:pt>
    <dgm:pt modelId="{953FE439-3A61-426F-8032-58C8EB883245}" type="parTrans" cxnId="{2D9AC37C-DC19-4A7A-93CC-84FEA6AF5CCC}">
      <dgm:prSet/>
      <dgm:spPr/>
      <dgm:t>
        <a:bodyPr/>
        <a:lstStyle/>
        <a:p>
          <a:endParaRPr lang="en-US" sz="12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FAEB1D-34E0-4FC1-A800-3C877980549F}" type="sibTrans" cxnId="{2D9AC37C-DC19-4A7A-93CC-84FEA6AF5CCC}">
      <dgm:prSet/>
      <dgm:spPr/>
      <dgm:t>
        <a:bodyPr/>
        <a:lstStyle/>
        <a:p>
          <a:endParaRPr lang="en-US" sz="12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BAA1C1-9EE1-4DDB-99BB-F62580F96F1A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Python</a:t>
          </a:r>
        </a:p>
      </dgm:t>
    </dgm:pt>
    <dgm:pt modelId="{DF36EA96-1465-433C-8905-BF7006C55123}" type="parTrans" cxnId="{FF2214B9-02E8-4DDA-B040-DEE65FADE73F}">
      <dgm:prSet custT="1"/>
      <dgm:spPr/>
      <dgm:t>
        <a:bodyPr/>
        <a:lstStyle/>
        <a:p>
          <a:endParaRPr lang="en-US" sz="12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E848B88-9109-48F9-9B80-600E6CED7A24}" type="sibTrans" cxnId="{FF2214B9-02E8-4DDA-B040-DEE65FADE73F}">
      <dgm:prSet/>
      <dgm:spPr/>
      <dgm:t>
        <a:bodyPr/>
        <a:lstStyle/>
        <a:p>
          <a:endParaRPr lang="en-US" sz="12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F928412-73F1-4152-88A8-433D35C00AA7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 sz="1800" b="1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Numpy</a:t>
          </a:r>
          <a:endParaRPr lang="en-US" sz="18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4BBABE-DE38-4FD1-BAD1-A793DF561B47}" type="parTrans" cxnId="{96A78B37-2D2D-46FE-BE0F-CFE85BC83B73}">
      <dgm:prSet custT="1"/>
      <dgm:spPr/>
      <dgm:t>
        <a:bodyPr/>
        <a:lstStyle/>
        <a:p>
          <a:endParaRPr lang="en-US" sz="12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8018CC9-1E4D-4945-A00D-D064DDED01AE}" type="sibTrans" cxnId="{96A78B37-2D2D-46FE-BE0F-CFE85BC83B73}">
      <dgm:prSet/>
      <dgm:spPr/>
      <dgm:t>
        <a:bodyPr/>
        <a:lstStyle/>
        <a:p>
          <a:endParaRPr lang="en-US" sz="12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E3FC63-C739-4229-A71D-A00E3B06EC5E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Matplotlib</a:t>
          </a:r>
        </a:p>
      </dgm:t>
    </dgm:pt>
    <dgm:pt modelId="{7874137A-B212-42DB-856D-5855BE0E7300}" type="parTrans" cxnId="{26D40F2E-E95B-4EE3-A6DA-2D85B1D79DFA}">
      <dgm:prSet custT="1"/>
      <dgm:spPr/>
      <dgm:t>
        <a:bodyPr/>
        <a:lstStyle/>
        <a:p>
          <a:endParaRPr lang="en-US" sz="12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D157C31-7F4E-4BD0-9F50-B37AB622EC7F}" type="sibTrans" cxnId="{26D40F2E-E95B-4EE3-A6DA-2D85B1D79DFA}">
      <dgm:prSet/>
      <dgm:spPr/>
      <dgm:t>
        <a:bodyPr/>
        <a:lstStyle/>
        <a:p>
          <a:endParaRPr lang="en-US" sz="12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40E189-57F3-426C-88C3-EDF80771D6E2}" type="pres">
      <dgm:prSet presAssocID="{66B7D279-D97B-409D-90CA-65A7D47A4B21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D0CF888-FE38-4917-8261-9810FD2D0F2B}" type="pres">
      <dgm:prSet presAssocID="{C0A29B4D-2C60-4BFC-86AC-7B73B9C89FC2}" presName="root1" presStyleCnt="0"/>
      <dgm:spPr/>
    </dgm:pt>
    <dgm:pt modelId="{CBA62D6F-B4D3-42A5-93A4-BF55584E9EA6}" type="pres">
      <dgm:prSet presAssocID="{C0A29B4D-2C60-4BFC-86AC-7B73B9C89FC2}" presName="LevelOneTextNode" presStyleLbl="node0" presStyleIdx="0" presStyleCnt="1">
        <dgm:presLayoutVars>
          <dgm:chPref val="3"/>
        </dgm:presLayoutVars>
      </dgm:prSet>
      <dgm:spPr/>
    </dgm:pt>
    <dgm:pt modelId="{AD892176-1E44-403A-9ACA-88D661D7CB07}" type="pres">
      <dgm:prSet presAssocID="{C0A29B4D-2C60-4BFC-86AC-7B73B9C89FC2}" presName="level2hierChild" presStyleCnt="0"/>
      <dgm:spPr/>
    </dgm:pt>
    <dgm:pt modelId="{96C4F56B-AEEA-463E-8B69-B2B986AE0603}" type="pres">
      <dgm:prSet presAssocID="{DF36EA96-1465-433C-8905-BF7006C55123}" presName="conn2-1" presStyleLbl="parChTrans1D2" presStyleIdx="0" presStyleCnt="3"/>
      <dgm:spPr/>
    </dgm:pt>
    <dgm:pt modelId="{98FB718B-7F6A-4662-8FC1-BF91E7B7094C}" type="pres">
      <dgm:prSet presAssocID="{DF36EA96-1465-433C-8905-BF7006C55123}" presName="connTx" presStyleLbl="parChTrans1D2" presStyleIdx="0" presStyleCnt="3"/>
      <dgm:spPr/>
    </dgm:pt>
    <dgm:pt modelId="{CCBDCF94-1327-451E-AED4-D9DA69643357}" type="pres">
      <dgm:prSet presAssocID="{E4BAA1C1-9EE1-4DDB-99BB-F62580F96F1A}" presName="root2" presStyleCnt="0"/>
      <dgm:spPr/>
    </dgm:pt>
    <dgm:pt modelId="{0D08D1B2-DC94-4422-8D50-1E34A84343BA}" type="pres">
      <dgm:prSet presAssocID="{E4BAA1C1-9EE1-4DDB-99BB-F62580F96F1A}" presName="LevelTwoTextNode" presStyleLbl="node2" presStyleIdx="0" presStyleCnt="3">
        <dgm:presLayoutVars>
          <dgm:chPref val="3"/>
        </dgm:presLayoutVars>
      </dgm:prSet>
      <dgm:spPr/>
    </dgm:pt>
    <dgm:pt modelId="{84CE8017-8DB4-47D6-A2A2-4E398363528E}" type="pres">
      <dgm:prSet presAssocID="{E4BAA1C1-9EE1-4DDB-99BB-F62580F96F1A}" presName="level3hierChild" presStyleCnt="0"/>
      <dgm:spPr/>
    </dgm:pt>
    <dgm:pt modelId="{1A5963C0-019D-49C3-94E0-3CF2E6253687}" type="pres">
      <dgm:prSet presAssocID="{244BBABE-DE38-4FD1-BAD1-A793DF561B47}" presName="conn2-1" presStyleLbl="parChTrans1D2" presStyleIdx="1" presStyleCnt="3"/>
      <dgm:spPr/>
    </dgm:pt>
    <dgm:pt modelId="{090A2E58-9D03-442D-9E51-163D2FAD9D49}" type="pres">
      <dgm:prSet presAssocID="{244BBABE-DE38-4FD1-BAD1-A793DF561B47}" presName="connTx" presStyleLbl="parChTrans1D2" presStyleIdx="1" presStyleCnt="3"/>
      <dgm:spPr/>
    </dgm:pt>
    <dgm:pt modelId="{45055D1D-AE38-452F-B074-FADAE13BC32A}" type="pres">
      <dgm:prSet presAssocID="{BF928412-73F1-4152-88A8-433D35C00AA7}" presName="root2" presStyleCnt="0"/>
      <dgm:spPr/>
    </dgm:pt>
    <dgm:pt modelId="{CD4ED391-F81E-4304-BCC5-DD81AD150716}" type="pres">
      <dgm:prSet presAssocID="{BF928412-73F1-4152-88A8-433D35C00AA7}" presName="LevelTwoTextNode" presStyleLbl="node2" presStyleIdx="1" presStyleCnt="3">
        <dgm:presLayoutVars>
          <dgm:chPref val="3"/>
        </dgm:presLayoutVars>
      </dgm:prSet>
      <dgm:spPr/>
    </dgm:pt>
    <dgm:pt modelId="{A01E5B50-9CD0-4F0D-9CA0-7B235869C822}" type="pres">
      <dgm:prSet presAssocID="{BF928412-73F1-4152-88A8-433D35C00AA7}" presName="level3hierChild" presStyleCnt="0"/>
      <dgm:spPr/>
    </dgm:pt>
    <dgm:pt modelId="{C35A0B4A-6DFE-49E4-BFF5-C9B99D51BB9E}" type="pres">
      <dgm:prSet presAssocID="{7874137A-B212-42DB-856D-5855BE0E7300}" presName="conn2-1" presStyleLbl="parChTrans1D2" presStyleIdx="2" presStyleCnt="3"/>
      <dgm:spPr/>
    </dgm:pt>
    <dgm:pt modelId="{03F970C4-9318-4C63-B36F-3FB1BB126129}" type="pres">
      <dgm:prSet presAssocID="{7874137A-B212-42DB-856D-5855BE0E7300}" presName="connTx" presStyleLbl="parChTrans1D2" presStyleIdx="2" presStyleCnt="3"/>
      <dgm:spPr/>
    </dgm:pt>
    <dgm:pt modelId="{FA47D69A-42CA-4097-83B7-309FB1DB4649}" type="pres">
      <dgm:prSet presAssocID="{06E3FC63-C739-4229-A71D-A00E3B06EC5E}" presName="root2" presStyleCnt="0"/>
      <dgm:spPr/>
    </dgm:pt>
    <dgm:pt modelId="{12B7C5E1-ECC0-4863-948D-B2D20EF230A3}" type="pres">
      <dgm:prSet presAssocID="{06E3FC63-C739-4229-A71D-A00E3B06EC5E}" presName="LevelTwoTextNode" presStyleLbl="node2" presStyleIdx="2" presStyleCnt="3">
        <dgm:presLayoutVars>
          <dgm:chPref val="3"/>
        </dgm:presLayoutVars>
      </dgm:prSet>
      <dgm:spPr/>
    </dgm:pt>
    <dgm:pt modelId="{460C8C2F-7E64-45CE-A16E-A4505A0DCDD4}" type="pres">
      <dgm:prSet presAssocID="{06E3FC63-C739-4229-A71D-A00E3B06EC5E}" presName="level3hierChild" presStyleCnt="0"/>
      <dgm:spPr/>
    </dgm:pt>
  </dgm:ptLst>
  <dgm:cxnLst>
    <dgm:cxn modelId="{B1945C12-4312-4584-881E-D9E5B2875B60}" type="presOf" srcId="{7874137A-B212-42DB-856D-5855BE0E7300}" destId="{03F970C4-9318-4C63-B36F-3FB1BB126129}" srcOrd="1" destOrd="0" presId="urn:microsoft.com/office/officeart/2008/layout/HorizontalMultiLevelHierarchy"/>
    <dgm:cxn modelId="{26D40F2E-E95B-4EE3-A6DA-2D85B1D79DFA}" srcId="{C0A29B4D-2C60-4BFC-86AC-7B73B9C89FC2}" destId="{06E3FC63-C739-4229-A71D-A00E3B06EC5E}" srcOrd="2" destOrd="0" parTransId="{7874137A-B212-42DB-856D-5855BE0E7300}" sibTransId="{0D157C31-7F4E-4BD0-9F50-B37AB622EC7F}"/>
    <dgm:cxn modelId="{BC1D1930-5E51-4D15-B821-27226A076FC3}" type="presOf" srcId="{E4BAA1C1-9EE1-4DDB-99BB-F62580F96F1A}" destId="{0D08D1B2-DC94-4422-8D50-1E34A84343BA}" srcOrd="0" destOrd="0" presId="urn:microsoft.com/office/officeart/2008/layout/HorizontalMultiLevelHierarchy"/>
    <dgm:cxn modelId="{8B076C30-C966-476B-A4A8-85782A114965}" type="presOf" srcId="{DF36EA96-1465-433C-8905-BF7006C55123}" destId="{96C4F56B-AEEA-463E-8B69-B2B986AE0603}" srcOrd="0" destOrd="0" presId="urn:microsoft.com/office/officeart/2008/layout/HorizontalMultiLevelHierarchy"/>
    <dgm:cxn modelId="{96A78B37-2D2D-46FE-BE0F-CFE85BC83B73}" srcId="{C0A29B4D-2C60-4BFC-86AC-7B73B9C89FC2}" destId="{BF928412-73F1-4152-88A8-433D35C00AA7}" srcOrd="1" destOrd="0" parTransId="{244BBABE-DE38-4FD1-BAD1-A793DF561B47}" sibTransId="{C8018CC9-1E4D-4945-A00D-D064DDED01AE}"/>
    <dgm:cxn modelId="{FA5B5F3F-99FA-42CC-B3D6-53DA13AFD9D5}" type="presOf" srcId="{DF36EA96-1465-433C-8905-BF7006C55123}" destId="{98FB718B-7F6A-4662-8FC1-BF91E7B7094C}" srcOrd="1" destOrd="0" presId="urn:microsoft.com/office/officeart/2008/layout/HorizontalMultiLevelHierarchy"/>
    <dgm:cxn modelId="{4F142865-277C-477B-803D-004E3ADCBC97}" type="presOf" srcId="{244BBABE-DE38-4FD1-BAD1-A793DF561B47}" destId="{090A2E58-9D03-442D-9E51-163D2FAD9D49}" srcOrd="1" destOrd="0" presId="urn:microsoft.com/office/officeart/2008/layout/HorizontalMultiLevelHierarchy"/>
    <dgm:cxn modelId="{334EBB45-C682-4AF2-A2F3-FE2D2CF0E4F1}" type="presOf" srcId="{C0A29B4D-2C60-4BFC-86AC-7B73B9C89FC2}" destId="{CBA62D6F-B4D3-42A5-93A4-BF55584E9EA6}" srcOrd="0" destOrd="0" presId="urn:microsoft.com/office/officeart/2008/layout/HorizontalMultiLevelHierarchy"/>
    <dgm:cxn modelId="{ED699E54-E0D1-4E39-8AF0-8B2F44A9E4C3}" type="presOf" srcId="{06E3FC63-C739-4229-A71D-A00E3B06EC5E}" destId="{12B7C5E1-ECC0-4863-948D-B2D20EF230A3}" srcOrd="0" destOrd="0" presId="urn:microsoft.com/office/officeart/2008/layout/HorizontalMultiLevelHierarchy"/>
    <dgm:cxn modelId="{2D9AC37C-DC19-4A7A-93CC-84FEA6AF5CCC}" srcId="{66B7D279-D97B-409D-90CA-65A7D47A4B21}" destId="{C0A29B4D-2C60-4BFC-86AC-7B73B9C89FC2}" srcOrd="0" destOrd="0" parTransId="{953FE439-3A61-426F-8032-58C8EB883245}" sibTransId="{3EFAEB1D-34E0-4FC1-A800-3C877980549F}"/>
    <dgm:cxn modelId="{8988027D-0FB4-4587-BEB7-04C250A2F634}" type="presOf" srcId="{66B7D279-D97B-409D-90CA-65A7D47A4B21}" destId="{0B40E189-57F3-426C-88C3-EDF80771D6E2}" srcOrd="0" destOrd="0" presId="urn:microsoft.com/office/officeart/2008/layout/HorizontalMultiLevelHierarchy"/>
    <dgm:cxn modelId="{0A127684-44C6-4FF4-A1C8-BCED023E8FF6}" type="presOf" srcId="{244BBABE-DE38-4FD1-BAD1-A793DF561B47}" destId="{1A5963C0-019D-49C3-94E0-3CF2E6253687}" srcOrd="0" destOrd="0" presId="urn:microsoft.com/office/officeart/2008/layout/HorizontalMultiLevelHierarchy"/>
    <dgm:cxn modelId="{FF2214B9-02E8-4DDA-B040-DEE65FADE73F}" srcId="{C0A29B4D-2C60-4BFC-86AC-7B73B9C89FC2}" destId="{E4BAA1C1-9EE1-4DDB-99BB-F62580F96F1A}" srcOrd="0" destOrd="0" parTransId="{DF36EA96-1465-433C-8905-BF7006C55123}" sibTransId="{CE848B88-9109-48F9-9B80-600E6CED7A24}"/>
    <dgm:cxn modelId="{147802C4-F2D2-40A1-A390-E4C29C54BACB}" type="presOf" srcId="{BF928412-73F1-4152-88A8-433D35C00AA7}" destId="{CD4ED391-F81E-4304-BCC5-DD81AD150716}" srcOrd="0" destOrd="0" presId="urn:microsoft.com/office/officeart/2008/layout/HorizontalMultiLevelHierarchy"/>
    <dgm:cxn modelId="{6055E5EF-DBA6-410A-BC6E-13FAF9DA435B}" type="presOf" srcId="{7874137A-B212-42DB-856D-5855BE0E7300}" destId="{C35A0B4A-6DFE-49E4-BFF5-C9B99D51BB9E}" srcOrd="0" destOrd="0" presId="urn:microsoft.com/office/officeart/2008/layout/HorizontalMultiLevelHierarchy"/>
    <dgm:cxn modelId="{7AF4958D-3EB8-4DB4-ACAC-7619266EDAFD}" type="presParOf" srcId="{0B40E189-57F3-426C-88C3-EDF80771D6E2}" destId="{5D0CF888-FE38-4917-8261-9810FD2D0F2B}" srcOrd="0" destOrd="0" presId="urn:microsoft.com/office/officeart/2008/layout/HorizontalMultiLevelHierarchy"/>
    <dgm:cxn modelId="{5A04371B-7D32-4252-8652-90EEA4985936}" type="presParOf" srcId="{5D0CF888-FE38-4917-8261-9810FD2D0F2B}" destId="{CBA62D6F-B4D3-42A5-93A4-BF55584E9EA6}" srcOrd="0" destOrd="0" presId="urn:microsoft.com/office/officeart/2008/layout/HorizontalMultiLevelHierarchy"/>
    <dgm:cxn modelId="{0354C872-DAFB-4781-937C-7E6C55FFB201}" type="presParOf" srcId="{5D0CF888-FE38-4917-8261-9810FD2D0F2B}" destId="{AD892176-1E44-403A-9ACA-88D661D7CB07}" srcOrd="1" destOrd="0" presId="urn:microsoft.com/office/officeart/2008/layout/HorizontalMultiLevelHierarchy"/>
    <dgm:cxn modelId="{56701DDE-EC3B-4BC5-83D3-BFDFA282C51E}" type="presParOf" srcId="{AD892176-1E44-403A-9ACA-88D661D7CB07}" destId="{96C4F56B-AEEA-463E-8B69-B2B986AE0603}" srcOrd="0" destOrd="0" presId="urn:microsoft.com/office/officeart/2008/layout/HorizontalMultiLevelHierarchy"/>
    <dgm:cxn modelId="{5CF3896A-C845-4219-86D9-748F20BDDA76}" type="presParOf" srcId="{96C4F56B-AEEA-463E-8B69-B2B986AE0603}" destId="{98FB718B-7F6A-4662-8FC1-BF91E7B7094C}" srcOrd="0" destOrd="0" presId="urn:microsoft.com/office/officeart/2008/layout/HorizontalMultiLevelHierarchy"/>
    <dgm:cxn modelId="{8872F03C-A541-41F3-9CEC-8AEB407A37E5}" type="presParOf" srcId="{AD892176-1E44-403A-9ACA-88D661D7CB07}" destId="{CCBDCF94-1327-451E-AED4-D9DA69643357}" srcOrd="1" destOrd="0" presId="urn:microsoft.com/office/officeart/2008/layout/HorizontalMultiLevelHierarchy"/>
    <dgm:cxn modelId="{58AE05C6-BEC4-48DD-9412-7F9E647CEC64}" type="presParOf" srcId="{CCBDCF94-1327-451E-AED4-D9DA69643357}" destId="{0D08D1B2-DC94-4422-8D50-1E34A84343BA}" srcOrd="0" destOrd="0" presId="urn:microsoft.com/office/officeart/2008/layout/HorizontalMultiLevelHierarchy"/>
    <dgm:cxn modelId="{60FE05D0-94DE-44D8-ADD3-AC2CBEABBD11}" type="presParOf" srcId="{CCBDCF94-1327-451E-AED4-D9DA69643357}" destId="{84CE8017-8DB4-47D6-A2A2-4E398363528E}" srcOrd="1" destOrd="0" presId="urn:microsoft.com/office/officeart/2008/layout/HorizontalMultiLevelHierarchy"/>
    <dgm:cxn modelId="{3FD58431-A57A-44AE-B4A7-BE3FD90EE74A}" type="presParOf" srcId="{AD892176-1E44-403A-9ACA-88D661D7CB07}" destId="{1A5963C0-019D-49C3-94E0-3CF2E6253687}" srcOrd="2" destOrd="0" presId="urn:microsoft.com/office/officeart/2008/layout/HorizontalMultiLevelHierarchy"/>
    <dgm:cxn modelId="{49C79EE9-408B-46A5-8681-51FFFC7E6C8B}" type="presParOf" srcId="{1A5963C0-019D-49C3-94E0-3CF2E6253687}" destId="{090A2E58-9D03-442D-9E51-163D2FAD9D49}" srcOrd="0" destOrd="0" presId="urn:microsoft.com/office/officeart/2008/layout/HorizontalMultiLevelHierarchy"/>
    <dgm:cxn modelId="{5BEC6F94-73FC-4C92-8C2E-E44367BB6E36}" type="presParOf" srcId="{AD892176-1E44-403A-9ACA-88D661D7CB07}" destId="{45055D1D-AE38-452F-B074-FADAE13BC32A}" srcOrd="3" destOrd="0" presId="urn:microsoft.com/office/officeart/2008/layout/HorizontalMultiLevelHierarchy"/>
    <dgm:cxn modelId="{AB98D7C0-1E00-4902-80C1-8914F46E789C}" type="presParOf" srcId="{45055D1D-AE38-452F-B074-FADAE13BC32A}" destId="{CD4ED391-F81E-4304-BCC5-DD81AD150716}" srcOrd="0" destOrd="0" presId="urn:microsoft.com/office/officeart/2008/layout/HorizontalMultiLevelHierarchy"/>
    <dgm:cxn modelId="{322F3DD6-9FAD-4E6C-8532-0D8F19A4C740}" type="presParOf" srcId="{45055D1D-AE38-452F-B074-FADAE13BC32A}" destId="{A01E5B50-9CD0-4F0D-9CA0-7B235869C822}" srcOrd="1" destOrd="0" presId="urn:microsoft.com/office/officeart/2008/layout/HorizontalMultiLevelHierarchy"/>
    <dgm:cxn modelId="{C537BD25-1823-4A92-9C11-CA63241552E6}" type="presParOf" srcId="{AD892176-1E44-403A-9ACA-88D661D7CB07}" destId="{C35A0B4A-6DFE-49E4-BFF5-C9B99D51BB9E}" srcOrd="4" destOrd="0" presId="urn:microsoft.com/office/officeart/2008/layout/HorizontalMultiLevelHierarchy"/>
    <dgm:cxn modelId="{253B7502-77A7-4800-A171-BC288E590DB6}" type="presParOf" srcId="{C35A0B4A-6DFE-49E4-BFF5-C9B99D51BB9E}" destId="{03F970C4-9318-4C63-B36F-3FB1BB126129}" srcOrd="0" destOrd="0" presId="urn:microsoft.com/office/officeart/2008/layout/HorizontalMultiLevelHierarchy"/>
    <dgm:cxn modelId="{62A59BBB-8A29-4639-9171-5A080772D444}" type="presParOf" srcId="{AD892176-1E44-403A-9ACA-88D661D7CB07}" destId="{FA47D69A-42CA-4097-83B7-309FB1DB4649}" srcOrd="5" destOrd="0" presId="urn:microsoft.com/office/officeart/2008/layout/HorizontalMultiLevelHierarchy"/>
    <dgm:cxn modelId="{901EABA4-DF95-4695-ABBF-BF938126539A}" type="presParOf" srcId="{FA47D69A-42CA-4097-83B7-309FB1DB4649}" destId="{12B7C5E1-ECC0-4863-948D-B2D20EF230A3}" srcOrd="0" destOrd="0" presId="urn:microsoft.com/office/officeart/2008/layout/HorizontalMultiLevelHierarchy"/>
    <dgm:cxn modelId="{3F51884F-ABE6-48A6-8C89-51E0228B121C}" type="presParOf" srcId="{FA47D69A-42CA-4097-83B7-309FB1DB4649}" destId="{460C8C2F-7E64-45CE-A16E-A4505A0DCDD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952B55C-6DE3-447A-8820-EDFE7E321CFC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48BE7E92-F915-43AD-9F03-0896968C6AE2}">
      <dgm:prSet phldrT="[Text]" custT="1"/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</a:t>
          </a:r>
        </a:p>
      </dgm:t>
    </dgm:pt>
    <dgm:pt modelId="{358EB3C0-23DD-4FA6-99F6-109AE7991875}" type="parTrans" cxnId="{FCC63B9F-CABD-41D3-9BBD-141C18B0F426}">
      <dgm:prSet/>
      <dgm:spPr/>
      <dgm:t>
        <a:bodyPr/>
        <a:lstStyle/>
        <a:p>
          <a:endParaRPr lang="en-US"/>
        </a:p>
      </dgm:t>
    </dgm:pt>
    <dgm:pt modelId="{6C18173D-1FC2-46C0-830C-14F8B30DFC44}" type="sibTrans" cxnId="{FCC63B9F-CABD-41D3-9BBD-141C18B0F426}">
      <dgm:prSet/>
      <dgm:spPr/>
      <dgm:t>
        <a:bodyPr/>
        <a:lstStyle/>
        <a:p>
          <a:endParaRPr lang="en-US"/>
        </a:p>
      </dgm:t>
    </dgm:pt>
    <dgm:pt modelId="{56E73DA0-9E3F-4123-BE94-6CB92AF7CEFB}">
      <dgm:prSet phldrT="[Text]" custT="1"/>
      <dgm:spPr>
        <a:solidFill>
          <a:schemeClr val="accent1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Activation Functions and Neuron Count</a:t>
          </a:r>
        </a:p>
      </dgm:t>
    </dgm:pt>
    <dgm:pt modelId="{1BE47386-9BF5-461C-91A9-C62A2DA1DF59}" type="parTrans" cxnId="{F9C777CF-BDBD-4637-A051-9162644E11DA}">
      <dgm:prSet/>
      <dgm:spPr/>
      <dgm:t>
        <a:bodyPr/>
        <a:lstStyle/>
        <a:p>
          <a:endParaRPr lang="en-US"/>
        </a:p>
      </dgm:t>
    </dgm:pt>
    <dgm:pt modelId="{F909F89A-9BC1-4831-9B8E-B0670974EB42}" type="sibTrans" cxnId="{F9C777CF-BDBD-4637-A051-9162644E11DA}">
      <dgm:prSet/>
      <dgm:spPr/>
      <dgm:t>
        <a:bodyPr/>
        <a:lstStyle/>
        <a:p>
          <a:endParaRPr lang="en-US"/>
        </a:p>
      </dgm:t>
    </dgm:pt>
    <dgm:pt modelId="{F376C8DD-5ADE-4888-A9A8-D89E1CF7F9E9}">
      <dgm:prSet phldrT="[Text]" custT="1"/>
      <dgm:spPr>
        <a:solidFill>
          <a:schemeClr val="accent3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Hyperparameter</a:t>
          </a:r>
        </a:p>
      </dgm:t>
    </dgm:pt>
    <dgm:pt modelId="{2F173852-DA8A-44AA-A5D2-1CBF0EECE894}" type="parTrans" cxnId="{D85E2815-D4CB-4039-B6C4-D3181EE2A0B0}">
      <dgm:prSet/>
      <dgm:spPr/>
      <dgm:t>
        <a:bodyPr/>
        <a:lstStyle/>
        <a:p>
          <a:endParaRPr lang="en-US"/>
        </a:p>
      </dgm:t>
    </dgm:pt>
    <dgm:pt modelId="{7E265A57-8DB3-44B1-9C08-3D269009DD64}" type="sibTrans" cxnId="{D85E2815-D4CB-4039-B6C4-D3181EE2A0B0}">
      <dgm:prSet/>
      <dgm:spPr/>
      <dgm:t>
        <a:bodyPr/>
        <a:lstStyle/>
        <a:p>
          <a:endParaRPr lang="en-US"/>
        </a:p>
      </dgm:t>
    </dgm:pt>
    <dgm:pt modelId="{CB829D24-067F-4CBF-A075-765CCFC070E5}" type="pres">
      <dgm:prSet presAssocID="{D952B55C-6DE3-447A-8820-EDFE7E321CFC}" presName="CompostProcess" presStyleCnt="0">
        <dgm:presLayoutVars>
          <dgm:dir/>
          <dgm:resizeHandles val="exact"/>
        </dgm:presLayoutVars>
      </dgm:prSet>
      <dgm:spPr/>
    </dgm:pt>
    <dgm:pt modelId="{617F19A9-D592-4731-9207-BB4CB1E635F6}" type="pres">
      <dgm:prSet presAssocID="{D952B55C-6DE3-447A-8820-EDFE7E321CFC}" presName="arrow" presStyleLbl="bgShp" presStyleIdx="0" presStyleCnt="1"/>
      <dgm:spPr>
        <a:solidFill>
          <a:schemeClr val="accent6">
            <a:lumMod val="60000"/>
            <a:lumOff val="40000"/>
          </a:schemeClr>
        </a:solidFill>
      </dgm:spPr>
    </dgm:pt>
    <dgm:pt modelId="{502A086F-DD6D-472D-AC61-795215C45BB1}" type="pres">
      <dgm:prSet presAssocID="{D952B55C-6DE3-447A-8820-EDFE7E321CFC}" presName="linearProcess" presStyleCnt="0"/>
      <dgm:spPr/>
    </dgm:pt>
    <dgm:pt modelId="{06F03DDA-CBC5-4666-ABA4-1B0E4376FDF0}" type="pres">
      <dgm:prSet presAssocID="{48BE7E92-F915-43AD-9F03-0896968C6AE2}" presName="textNode" presStyleLbl="node1" presStyleIdx="0" presStyleCnt="3" custScaleY="72047">
        <dgm:presLayoutVars>
          <dgm:bulletEnabled val="1"/>
        </dgm:presLayoutVars>
      </dgm:prSet>
      <dgm:spPr/>
    </dgm:pt>
    <dgm:pt modelId="{0C49FE3F-186C-42EB-AFE9-4AE6B39B5F48}" type="pres">
      <dgm:prSet presAssocID="{6C18173D-1FC2-46C0-830C-14F8B30DFC44}" presName="sibTrans" presStyleCnt="0"/>
      <dgm:spPr/>
    </dgm:pt>
    <dgm:pt modelId="{C0B0C9CC-9ABB-4C5C-A4B2-585CD123BC8F}" type="pres">
      <dgm:prSet presAssocID="{56E73DA0-9E3F-4123-BE94-6CB92AF7CEFB}" presName="textNode" presStyleLbl="node1" presStyleIdx="1" presStyleCnt="3" custScaleX="128027" custScaleY="73143">
        <dgm:presLayoutVars>
          <dgm:bulletEnabled val="1"/>
        </dgm:presLayoutVars>
      </dgm:prSet>
      <dgm:spPr/>
    </dgm:pt>
    <dgm:pt modelId="{72F6CB41-765A-408A-AF58-28C352B8B742}" type="pres">
      <dgm:prSet presAssocID="{F909F89A-9BC1-4831-9B8E-B0670974EB42}" presName="sibTrans" presStyleCnt="0"/>
      <dgm:spPr/>
    </dgm:pt>
    <dgm:pt modelId="{2444A050-358E-4A7F-BBD8-0069DE3F509D}" type="pres">
      <dgm:prSet presAssocID="{F376C8DD-5ADE-4888-A9A8-D89E1CF7F9E9}" presName="textNode" presStyleLbl="node1" presStyleIdx="2" presStyleCnt="3" custScaleY="72047" custLinFactNeighborX="-22369" custLinFactNeighborY="1096">
        <dgm:presLayoutVars>
          <dgm:bulletEnabled val="1"/>
        </dgm:presLayoutVars>
      </dgm:prSet>
      <dgm:spPr/>
    </dgm:pt>
  </dgm:ptLst>
  <dgm:cxnLst>
    <dgm:cxn modelId="{D85E2815-D4CB-4039-B6C4-D3181EE2A0B0}" srcId="{D952B55C-6DE3-447A-8820-EDFE7E321CFC}" destId="{F376C8DD-5ADE-4888-A9A8-D89E1CF7F9E9}" srcOrd="2" destOrd="0" parTransId="{2F173852-DA8A-44AA-A5D2-1CBF0EECE894}" sibTransId="{7E265A57-8DB3-44B1-9C08-3D269009DD64}"/>
    <dgm:cxn modelId="{FCC63B9F-CABD-41D3-9BBD-141C18B0F426}" srcId="{D952B55C-6DE3-447A-8820-EDFE7E321CFC}" destId="{48BE7E92-F915-43AD-9F03-0896968C6AE2}" srcOrd="0" destOrd="0" parTransId="{358EB3C0-23DD-4FA6-99F6-109AE7991875}" sibTransId="{6C18173D-1FC2-46C0-830C-14F8B30DFC44}"/>
    <dgm:cxn modelId="{271966C3-4CEB-4089-BAD8-6EC9BCA76973}" type="presOf" srcId="{56E73DA0-9E3F-4123-BE94-6CB92AF7CEFB}" destId="{C0B0C9CC-9ABB-4C5C-A4B2-585CD123BC8F}" srcOrd="0" destOrd="0" presId="urn:microsoft.com/office/officeart/2005/8/layout/hProcess9"/>
    <dgm:cxn modelId="{F9C777CF-BDBD-4637-A051-9162644E11DA}" srcId="{D952B55C-6DE3-447A-8820-EDFE7E321CFC}" destId="{56E73DA0-9E3F-4123-BE94-6CB92AF7CEFB}" srcOrd="1" destOrd="0" parTransId="{1BE47386-9BF5-461C-91A9-C62A2DA1DF59}" sibTransId="{F909F89A-9BC1-4831-9B8E-B0670974EB42}"/>
    <dgm:cxn modelId="{BBD74BDD-834C-4315-8573-8ABBBAE687A7}" type="presOf" srcId="{F376C8DD-5ADE-4888-A9A8-D89E1CF7F9E9}" destId="{2444A050-358E-4A7F-BBD8-0069DE3F509D}" srcOrd="0" destOrd="0" presId="urn:microsoft.com/office/officeart/2005/8/layout/hProcess9"/>
    <dgm:cxn modelId="{047CF4EB-3763-45D5-9955-F26F68558FE2}" type="presOf" srcId="{D952B55C-6DE3-447A-8820-EDFE7E321CFC}" destId="{CB829D24-067F-4CBF-A075-765CCFC070E5}" srcOrd="0" destOrd="0" presId="urn:microsoft.com/office/officeart/2005/8/layout/hProcess9"/>
    <dgm:cxn modelId="{CC71C9F0-6BFC-48F1-BF94-24F8B946D343}" type="presOf" srcId="{48BE7E92-F915-43AD-9F03-0896968C6AE2}" destId="{06F03DDA-CBC5-4666-ABA4-1B0E4376FDF0}" srcOrd="0" destOrd="0" presId="urn:microsoft.com/office/officeart/2005/8/layout/hProcess9"/>
    <dgm:cxn modelId="{5E1C36B8-22CE-4403-BB91-73F4F1067346}" type="presParOf" srcId="{CB829D24-067F-4CBF-A075-765CCFC070E5}" destId="{617F19A9-D592-4731-9207-BB4CB1E635F6}" srcOrd="0" destOrd="0" presId="urn:microsoft.com/office/officeart/2005/8/layout/hProcess9"/>
    <dgm:cxn modelId="{FD7DBE82-7B73-4D25-AB56-3631FCC8D288}" type="presParOf" srcId="{CB829D24-067F-4CBF-A075-765CCFC070E5}" destId="{502A086F-DD6D-472D-AC61-795215C45BB1}" srcOrd="1" destOrd="0" presId="urn:microsoft.com/office/officeart/2005/8/layout/hProcess9"/>
    <dgm:cxn modelId="{8364189B-E1C1-4524-8899-F3A0D03DE20A}" type="presParOf" srcId="{502A086F-DD6D-472D-AC61-795215C45BB1}" destId="{06F03DDA-CBC5-4666-ABA4-1B0E4376FDF0}" srcOrd="0" destOrd="0" presId="urn:microsoft.com/office/officeart/2005/8/layout/hProcess9"/>
    <dgm:cxn modelId="{A99B762B-9BFB-41E5-876C-E0545C8DC50D}" type="presParOf" srcId="{502A086F-DD6D-472D-AC61-795215C45BB1}" destId="{0C49FE3F-186C-42EB-AFE9-4AE6B39B5F48}" srcOrd="1" destOrd="0" presId="urn:microsoft.com/office/officeart/2005/8/layout/hProcess9"/>
    <dgm:cxn modelId="{2044585C-B32B-4DB0-8604-82A624E61C3C}" type="presParOf" srcId="{502A086F-DD6D-472D-AC61-795215C45BB1}" destId="{C0B0C9CC-9ABB-4C5C-A4B2-585CD123BC8F}" srcOrd="2" destOrd="0" presId="urn:microsoft.com/office/officeart/2005/8/layout/hProcess9"/>
    <dgm:cxn modelId="{07FD50CC-6FB7-4BB2-AEF1-1961E2C18EFE}" type="presParOf" srcId="{502A086F-DD6D-472D-AC61-795215C45BB1}" destId="{72F6CB41-765A-408A-AF58-28C352B8B742}" srcOrd="3" destOrd="0" presId="urn:microsoft.com/office/officeart/2005/8/layout/hProcess9"/>
    <dgm:cxn modelId="{FD1E4CDE-A74E-437F-AA00-BF5809004834}" type="presParOf" srcId="{502A086F-DD6D-472D-AC61-795215C45BB1}" destId="{2444A050-358E-4A7F-BBD8-0069DE3F509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C62F4C-CBF9-45B1-A60A-C7252E92212A}">
      <dsp:nvSpPr>
        <dsp:cNvPr id="0" name=""/>
        <dsp:cNvSpPr/>
      </dsp:nvSpPr>
      <dsp:spPr>
        <a:xfrm>
          <a:off x="0" y="404163"/>
          <a:ext cx="6668656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27E200-6D07-439D-A948-2F638926F4CF}">
      <dsp:nvSpPr>
        <dsp:cNvPr id="0" name=""/>
        <dsp:cNvSpPr/>
      </dsp:nvSpPr>
      <dsp:spPr>
        <a:xfrm>
          <a:off x="333432" y="49923"/>
          <a:ext cx="4668059" cy="708480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19050" cap="rnd" cmpd="sng" algn="ctr">
          <a:solidFill>
            <a:schemeClr val="accent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6442" tIns="0" rIns="17644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Build neural network from scratch</a:t>
          </a:r>
        </a:p>
      </dsp:txBody>
      <dsp:txXfrm>
        <a:off x="368017" y="84508"/>
        <a:ext cx="4598889" cy="639310"/>
      </dsp:txXfrm>
    </dsp:sp>
    <dsp:sp modelId="{ACEB4A1C-27A0-43CA-9A07-2D4A6A9B55BA}">
      <dsp:nvSpPr>
        <dsp:cNvPr id="0" name=""/>
        <dsp:cNvSpPr/>
      </dsp:nvSpPr>
      <dsp:spPr>
        <a:xfrm>
          <a:off x="0" y="1610687"/>
          <a:ext cx="6668656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CA542A-59D8-4D7B-A9BF-6B6643A0DFE3}">
      <dsp:nvSpPr>
        <dsp:cNvPr id="0" name=""/>
        <dsp:cNvSpPr/>
      </dsp:nvSpPr>
      <dsp:spPr>
        <a:xfrm>
          <a:off x="333432" y="1138563"/>
          <a:ext cx="4729630" cy="826363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19050" cap="rnd" cmpd="sng" algn="ctr">
          <a:solidFill>
            <a:schemeClr val="accent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6442" tIns="0" rIns="17644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Investigate the impact of varying architecture and activation functions </a:t>
          </a:r>
        </a:p>
      </dsp:txBody>
      <dsp:txXfrm>
        <a:off x="373772" y="1178903"/>
        <a:ext cx="4648950" cy="745683"/>
      </dsp:txXfrm>
    </dsp:sp>
    <dsp:sp modelId="{CD1ACEEB-F353-4150-A197-3FD86B1DDB60}">
      <dsp:nvSpPr>
        <dsp:cNvPr id="0" name=""/>
        <dsp:cNvSpPr/>
      </dsp:nvSpPr>
      <dsp:spPr>
        <a:xfrm>
          <a:off x="0" y="2699327"/>
          <a:ext cx="6668656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CE5D89-39C2-43C2-99EC-1B421979D455}">
      <dsp:nvSpPr>
        <dsp:cNvPr id="0" name=""/>
        <dsp:cNvSpPr/>
      </dsp:nvSpPr>
      <dsp:spPr>
        <a:xfrm>
          <a:off x="333432" y="2345087"/>
          <a:ext cx="4668059" cy="708480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19050" cap="rnd" cmpd="sng" algn="ctr">
          <a:solidFill>
            <a:schemeClr val="accent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6442" tIns="0" rIns="17644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Evaluate its performance on classification dataset.</a:t>
          </a:r>
        </a:p>
      </dsp:txBody>
      <dsp:txXfrm>
        <a:off x="368017" y="2379672"/>
        <a:ext cx="4598889" cy="639310"/>
      </dsp:txXfrm>
    </dsp:sp>
    <dsp:sp modelId="{D299C687-C6F4-4BB6-81CB-1E37F1ACE572}">
      <dsp:nvSpPr>
        <dsp:cNvPr id="0" name=""/>
        <dsp:cNvSpPr/>
      </dsp:nvSpPr>
      <dsp:spPr>
        <a:xfrm>
          <a:off x="0" y="3837891"/>
          <a:ext cx="6668656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55A07F-B3E2-48AC-92E1-7423AD5CE81F}">
      <dsp:nvSpPr>
        <dsp:cNvPr id="0" name=""/>
        <dsp:cNvSpPr/>
      </dsp:nvSpPr>
      <dsp:spPr>
        <a:xfrm>
          <a:off x="333432" y="3433727"/>
          <a:ext cx="4668059" cy="708480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19050" cap="rnd" cmpd="sng" algn="ctr">
          <a:solidFill>
            <a:schemeClr val="accent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6442" tIns="0" rIns="17644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Explanation of neural network fundamentals</a:t>
          </a:r>
        </a:p>
      </dsp:txBody>
      <dsp:txXfrm>
        <a:off x="368017" y="3468312"/>
        <a:ext cx="4598889" cy="639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920536-D9D7-4B1A-A753-310A33AAD9E8}">
      <dsp:nvSpPr>
        <dsp:cNvPr id="0" name=""/>
        <dsp:cNvSpPr/>
      </dsp:nvSpPr>
      <dsp:spPr>
        <a:xfrm>
          <a:off x="0" y="2197884"/>
          <a:ext cx="1777877" cy="832619"/>
        </a:xfrm>
        <a:prstGeom prst="roundRect">
          <a:avLst>
            <a:gd name="adj" fmla="val 10000"/>
          </a:avLst>
        </a:prstGeom>
        <a:solidFill>
          <a:schemeClr val="accent3">
            <a:lumMod val="60000"/>
            <a:lumOff val="40000"/>
          </a:schemeClr>
        </a:solidFill>
        <a:ln w="19050" cap="rnd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Model Architecture</a:t>
          </a:r>
        </a:p>
      </dsp:txBody>
      <dsp:txXfrm>
        <a:off x="24387" y="2222271"/>
        <a:ext cx="1729103" cy="783845"/>
      </dsp:txXfrm>
    </dsp:sp>
    <dsp:sp modelId="{E6797EFE-90C8-4513-9830-81279BDE1152}">
      <dsp:nvSpPr>
        <dsp:cNvPr id="0" name=""/>
        <dsp:cNvSpPr/>
      </dsp:nvSpPr>
      <dsp:spPr>
        <a:xfrm rot="17043795">
          <a:off x="1190693" y="1854105"/>
          <a:ext cx="1551331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1551331" y="7671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27575" y="1822993"/>
        <a:ext cx="77566" cy="77566"/>
      </dsp:txXfrm>
    </dsp:sp>
    <dsp:sp modelId="{9ABD8A6B-A336-4D21-9B00-4FAE9359664B}">
      <dsp:nvSpPr>
        <dsp:cNvPr id="0" name=""/>
        <dsp:cNvSpPr/>
      </dsp:nvSpPr>
      <dsp:spPr>
        <a:xfrm>
          <a:off x="2154840" y="596734"/>
          <a:ext cx="1566641" cy="1025250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9050" cap="rnd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Hidden Layer Depth</a:t>
          </a:r>
        </a:p>
      </dsp:txBody>
      <dsp:txXfrm>
        <a:off x="2184869" y="626763"/>
        <a:ext cx="1506583" cy="965192"/>
      </dsp:txXfrm>
    </dsp:sp>
    <dsp:sp modelId="{3297093E-64E3-477C-AEF2-DED944234CB5}">
      <dsp:nvSpPr>
        <dsp:cNvPr id="0" name=""/>
        <dsp:cNvSpPr/>
      </dsp:nvSpPr>
      <dsp:spPr>
        <a:xfrm rot="20580666">
          <a:off x="3691949" y="903950"/>
          <a:ext cx="1353501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1353501" y="7671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34862" y="877784"/>
        <a:ext cx="67675" cy="67675"/>
      </dsp:txXfrm>
    </dsp:sp>
    <dsp:sp modelId="{63C258E2-CA06-4F14-9E8D-9DF5511DFEDD}">
      <dsp:nvSpPr>
        <dsp:cNvPr id="0" name=""/>
        <dsp:cNvSpPr/>
      </dsp:nvSpPr>
      <dsp:spPr>
        <a:xfrm>
          <a:off x="5015917" y="529361"/>
          <a:ext cx="817727" cy="369046"/>
        </a:xfrm>
        <a:prstGeom prst="decagon">
          <a:avLst/>
        </a:prstGeom>
        <a:solidFill>
          <a:schemeClr val="bg1">
            <a:lumMod val="75000"/>
          </a:schemeClr>
        </a:solidFill>
        <a:ln w="19050" cap="rnd" cmpd="sng" algn="ctr">
          <a:solidFill>
            <a:schemeClr val="tx1">
              <a:lumMod val="85000"/>
              <a:lumOff val="1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sp:txBody>
      <dsp:txXfrm>
        <a:off x="5094003" y="599843"/>
        <a:ext cx="661555" cy="228082"/>
      </dsp:txXfrm>
    </dsp:sp>
    <dsp:sp modelId="{32CA477C-74E6-45F3-84DD-F29C9FFD8D42}">
      <dsp:nvSpPr>
        <dsp:cNvPr id="0" name=""/>
        <dsp:cNvSpPr/>
      </dsp:nvSpPr>
      <dsp:spPr>
        <a:xfrm rot="33740">
          <a:off x="3721449" y="1108109"/>
          <a:ext cx="1308661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1308661" y="7671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43064" y="1083064"/>
        <a:ext cx="65433" cy="65433"/>
      </dsp:txXfrm>
    </dsp:sp>
    <dsp:sp modelId="{824FE33E-EFF1-4EC7-A580-5C95E6D38B6B}">
      <dsp:nvSpPr>
        <dsp:cNvPr id="0" name=""/>
        <dsp:cNvSpPr/>
      </dsp:nvSpPr>
      <dsp:spPr>
        <a:xfrm>
          <a:off x="5030080" y="959375"/>
          <a:ext cx="841882" cy="325654"/>
        </a:xfrm>
        <a:prstGeom prst="decagon">
          <a:avLst/>
        </a:prstGeom>
        <a:solidFill>
          <a:schemeClr val="bg1">
            <a:lumMod val="85000"/>
          </a:schemeClr>
        </a:solidFill>
        <a:ln w="19050" cap="rnd" cmpd="sng" algn="ctr">
          <a:solidFill>
            <a:schemeClr val="tx1">
              <a:lumMod val="85000"/>
              <a:lumOff val="1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</a:p>
      </dsp:txBody>
      <dsp:txXfrm>
        <a:off x="5110473" y="1021570"/>
        <a:ext cx="681096" cy="201264"/>
      </dsp:txXfrm>
    </dsp:sp>
    <dsp:sp modelId="{7A48D6E5-4422-4877-9740-91D4BF36ACDE}">
      <dsp:nvSpPr>
        <dsp:cNvPr id="0" name=""/>
        <dsp:cNvSpPr/>
      </dsp:nvSpPr>
      <dsp:spPr>
        <a:xfrm rot="1071378">
          <a:off x="3688726" y="1310188"/>
          <a:ext cx="1359947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1359947" y="7671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34701" y="1283861"/>
        <a:ext cx="67997" cy="67997"/>
      </dsp:txXfrm>
    </dsp:sp>
    <dsp:sp modelId="{EEA35A6D-1C3E-404E-B49D-5D480150AC61}">
      <dsp:nvSpPr>
        <dsp:cNvPr id="0" name=""/>
        <dsp:cNvSpPr/>
      </dsp:nvSpPr>
      <dsp:spPr>
        <a:xfrm>
          <a:off x="5015917" y="1363364"/>
          <a:ext cx="836468" cy="325993"/>
        </a:xfrm>
        <a:prstGeom prst="decagon">
          <a:avLst/>
        </a:prstGeom>
        <a:solidFill>
          <a:schemeClr val="bg1">
            <a:lumMod val="85000"/>
          </a:schemeClr>
        </a:solidFill>
        <a:ln w="19050" cap="rnd" cmpd="sng" algn="ctr">
          <a:solidFill>
            <a:schemeClr val="tx1">
              <a:lumMod val="85000"/>
              <a:lumOff val="1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</a:p>
      </dsp:txBody>
      <dsp:txXfrm>
        <a:off x="5095793" y="1425623"/>
        <a:ext cx="676716" cy="201475"/>
      </dsp:txXfrm>
    </dsp:sp>
    <dsp:sp modelId="{5846F67E-C6DA-47B0-AE19-691B1EE0981E}">
      <dsp:nvSpPr>
        <dsp:cNvPr id="0" name=""/>
        <dsp:cNvSpPr/>
      </dsp:nvSpPr>
      <dsp:spPr>
        <a:xfrm rot="21247011">
          <a:off x="1776868" y="2586888"/>
          <a:ext cx="383113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383113" y="7671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58847" y="2584982"/>
        <a:ext cx="19155" cy="19155"/>
      </dsp:txXfrm>
    </dsp:sp>
    <dsp:sp modelId="{B955C304-D68E-44C0-B72E-3CC490D0CE49}">
      <dsp:nvSpPr>
        <dsp:cNvPr id="0" name=""/>
        <dsp:cNvSpPr/>
      </dsp:nvSpPr>
      <dsp:spPr>
        <a:xfrm>
          <a:off x="2158973" y="2098590"/>
          <a:ext cx="1681629" cy="952669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rnd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Neuron Count</a:t>
          </a:r>
        </a:p>
      </dsp:txBody>
      <dsp:txXfrm>
        <a:off x="2186876" y="2126493"/>
        <a:ext cx="1625823" cy="896863"/>
      </dsp:txXfrm>
    </dsp:sp>
    <dsp:sp modelId="{21FAE3CA-6197-4297-96D0-132F011F4636}">
      <dsp:nvSpPr>
        <dsp:cNvPr id="0" name=""/>
        <dsp:cNvSpPr/>
      </dsp:nvSpPr>
      <dsp:spPr>
        <a:xfrm rot="20043496">
          <a:off x="3771939" y="2269148"/>
          <a:ext cx="1362901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1362901" y="7671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19317" y="2242747"/>
        <a:ext cx="68145" cy="68145"/>
      </dsp:txXfrm>
    </dsp:sp>
    <dsp:sp modelId="{A7092261-F8E7-42F7-A801-0BD2145485E8}">
      <dsp:nvSpPr>
        <dsp:cNvPr id="0" name=""/>
        <dsp:cNvSpPr/>
      </dsp:nvSpPr>
      <dsp:spPr>
        <a:xfrm>
          <a:off x="5066178" y="1746545"/>
          <a:ext cx="928677" cy="464338"/>
        </a:xfrm>
        <a:prstGeom prst="diamond">
          <a:avLst/>
        </a:prstGeom>
        <a:solidFill>
          <a:srgbClr val="3DE3D3"/>
        </a:solidFill>
        <a:ln w="19050" cap="rnd" cmpd="sng" algn="ctr">
          <a:solidFill>
            <a:schemeClr val="accent4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128</a:t>
          </a:r>
        </a:p>
      </dsp:txBody>
      <dsp:txXfrm>
        <a:off x="5298347" y="1862630"/>
        <a:ext cx="464339" cy="232169"/>
      </dsp:txXfrm>
    </dsp:sp>
    <dsp:sp modelId="{60D0442D-90BD-44D0-87AC-0B7BCEC7E34E}">
      <dsp:nvSpPr>
        <dsp:cNvPr id="0" name=""/>
        <dsp:cNvSpPr/>
      </dsp:nvSpPr>
      <dsp:spPr>
        <a:xfrm rot="21373780">
          <a:off x="3839277" y="2526972"/>
          <a:ext cx="1225152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1225152" y="7671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21224" y="2504015"/>
        <a:ext cx="61257" cy="61257"/>
      </dsp:txXfrm>
    </dsp:sp>
    <dsp:sp modelId="{D2229C6B-B287-4B31-83B6-60BE7F19D62B}">
      <dsp:nvSpPr>
        <dsp:cNvPr id="0" name=""/>
        <dsp:cNvSpPr/>
      </dsp:nvSpPr>
      <dsp:spPr>
        <a:xfrm>
          <a:off x="5063104" y="2262193"/>
          <a:ext cx="928677" cy="464338"/>
        </a:xfrm>
        <a:prstGeom prst="diamond">
          <a:avLst/>
        </a:prstGeom>
        <a:solidFill>
          <a:srgbClr val="3DE3D3"/>
        </a:solidFill>
        <a:ln w="19050" cap="rnd" cmpd="sng" algn="ctr">
          <a:solidFill>
            <a:schemeClr val="accent4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64</a:t>
          </a:r>
        </a:p>
      </dsp:txBody>
      <dsp:txXfrm>
        <a:off x="5295273" y="2378278"/>
        <a:ext cx="464339" cy="232169"/>
      </dsp:txXfrm>
    </dsp:sp>
    <dsp:sp modelId="{0E62A082-0636-4796-B57B-4F0910C0D2CA}">
      <dsp:nvSpPr>
        <dsp:cNvPr id="0" name=""/>
        <dsp:cNvSpPr/>
      </dsp:nvSpPr>
      <dsp:spPr>
        <a:xfrm rot="1193436">
          <a:off x="3801727" y="2788965"/>
          <a:ext cx="1303326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1303326" y="7671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20807" y="2764054"/>
        <a:ext cx="65166" cy="65166"/>
      </dsp:txXfrm>
    </dsp:sp>
    <dsp:sp modelId="{B8DEDF4D-629B-4C18-A4BF-1C6F135C3FCB}">
      <dsp:nvSpPr>
        <dsp:cNvPr id="0" name=""/>
        <dsp:cNvSpPr/>
      </dsp:nvSpPr>
      <dsp:spPr>
        <a:xfrm>
          <a:off x="5066178" y="2786181"/>
          <a:ext cx="928677" cy="464338"/>
        </a:xfrm>
        <a:prstGeom prst="diamond">
          <a:avLst/>
        </a:prstGeom>
        <a:solidFill>
          <a:srgbClr val="3DE3D3"/>
        </a:solidFill>
        <a:ln w="19050" cap="rnd" cmpd="sng" algn="ctr">
          <a:solidFill>
            <a:schemeClr val="accent4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32</a:t>
          </a:r>
        </a:p>
      </dsp:txBody>
      <dsp:txXfrm>
        <a:off x="5298347" y="2902266"/>
        <a:ext cx="464339" cy="232169"/>
      </dsp:txXfrm>
    </dsp:sp>
    <dsp:sp modelId="{BBE36E4A-6E41-49A4-967A-CEB98C6514E9}">
      <dsp:nvSpPr>
        <dsp:cNvPr id="0" name=""/>
        <dsp:cNvSpPr/>
      </dsp:nvSpPr>
      <dsp:spPr>
        <a:xfrm rot="4567035">
          <a:off x="1180810" y="3369124"/>
          <a:ext cx="1571097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1571097" y="7671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27081" y="3337518"/>
        <a:ext cx="78554" cy="78554"/>
      </dsp:txXfrm>
    </dsp:sp>
    <dsp:sp modelId="{A822DC01-F345-4EC3-97F5-504740AB92DE}">
      <dsp:nvSpPr>
        <dsp:cNvPr id="0" name=""/>
        <dsp:cNvSpPr/>
      </dsp:nvSpPr>
      <dsp:spPr>
        <a:xfrm>
          <a:off x="2154840" y="3762120"/>
          <a:ext cx="1527887" cy="754554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rnd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Activation Functions</a:t>
          </a:r>
        </a:p>
      </dsp:txBody>
      <dsp:txXfrm>
        <a:off x="2176940" y="3784220"/>
        <a:ext cx="1483687" cy="710354"/>
      </dsp:txXfrm>
    </dsp:sp>
    <dsp:sp modelId="{21C1E19E-0CB9-4596-87FB-70B2102D484F}">
      <dsp:nvSpPr>
        <dsp:cNvPr id="0" name=""/>
        <dsp:cNvSpPr/>
      </dsp:nvSpPr>
      <dsp:spPr>
        <a:xfrm rot="18247256">
          <a:off x="3535200" y="3853559"/>
          <a:ext cx="672017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672017" y="7671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54408" y="3844431"/>
        <a:ext cx="33600" cy="33600"/>
      </dsp:txXfrm>
    </dsp:sp>
    <dsp:sp modelId="{85456863-B33E-487B-BCB7-53D1B6D8C168}">
      <dsp:nvSpPr>
        <dsp:cNvPr id="0" name=""/>
        <dsp:cNvSpPr/>
      </dsp:nvSpPr>
      <dsp:spPr>
        <a:xfrm>
          <a:off x="4059690" y="3334680"/>
          <a:ext cx="1975184" cy="496767"/>
        </a:xfrm>
        <a:prstGeom prst="flowChartTerminator">
          <a:avLst/>
        </a:prstGeom>
        <a:solidFill>
          <a:schemeClr val="accent1">
            <a:lumMod val="20000"/>
            <a:lumOff val="80000"/>
          </a:schemeClr>
        </a:solidFill>
        <a:ln w="19050" cap="rnd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ReLu</a:t>
          </a:r>
          <a:endParaRPr lang="en-US" sz="1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52780" y="3407424"/>
        <a:ext cx="1789004" cy="351279"/>
      </dsp:txXfrm>
    </dsp:sp>
    <dsp:sp modelId="{9533A05F-FFF5-4FB5-8B09-86E6B25BC3EB}">
      <dsp:nvSpPr>
        <dsp:cNvPr id="0" name=""/>
        <dsp:cNvSpPr/>
      </dsp:nvSpPr>
      <dsp:spPr>
        <a:xfrm rot="15314">
          <a:off x="3682725" y="4132622"/>
          <a:ext cx="402362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402362" y="7671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73848" y="4130235"/>
        <a:ext cx="20118" cy="20118"/>
      </dsp:txXfrm>
    </dsp:sp>
    <dsp:sp modelId="{835182D7-7BAA-44C1-A31C-E88560334CA3}">
      <dsp:nvSpPr>
        <dsp:cNvPr id="0" name=""/>
        <dsp:cNvSpPr/>
      </dsp:nvSpPr>
      <dsp:spPr>
        <a:xfrm>
          <a:off x="4085086" y="3912972"/>
          <a:ext cx="1936533" cy="456435"/>
        </a:xfrm>
        <a:prstGeom prst="flowChartTerminator">
          <a:avLst/>
        </a:prstGeom>
        <a:solidFill>
          <a:schemeClr val="accent1">
            <a:lumMod val="20000"/>
            <a:lumOff val="80000"/>
          </a:schemeClr>
        </a:solidFill>
        <a:ln w="19050" cap="rnd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Leaky </a:t>
          </a:r>
          <a:r>
            <a:rPr lang="en-US" sz="1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ReLu</a:t>
          </a:r>
          <a:endParaRPr lang="en-US" sz="1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76354" y="3979810"/>
        <a:ext cx="1753997" cy="322759"/>
      </dsp:txXfrm>
    </dsp:sp>
    <dsp:sp modelId="{3007D841-B8FD-4AF7-A4FF-EBFB7C94C8D1}">
      <dsp:nvSpPr>
        <dsp:cNvPr id="0" name=""/>
        <dsp:cNvSpPr/>
      </dsp:nvSpPr>
      <dsp:spPr>
        <a:xfrm rot="3225540">
          <a:off x="3543484" y="4406433"/>
          <a:ext cx="681201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681201" y="7671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67055" y="4397075"/>
        <a:ext cx="34060" cy="34060"/>
      </dsp:txXfrm>
    </dsp:sp>
    <dsp:sp modelId="{DEF8C939-CC4E-409E-97C7-8B2ABC61D0BD}">
      <dsp:nvSpPr>
        <dsp:cNvPr id="0" name=""/>
        <dsp:cNvSpPr/>
      </dsp:nvSpPr>
      <dsp:spPr>
        <a:xfrm>
          <a:off x="4085442" y="4456643"/>
          <a:ext cx="1949432" cy="464338"/>
        </a:xfrm>
        <a:prstGeom prst="flowChartTerminator">
          <a:avLst/>
        </a:prstGeom>
        <a:solidFill>
          <a:schemeClr val="accent1">
            <a:lumMod val="20000"/>
            <a:lumOff val="80000"/>
          </a:schemeClr>
        </a:solidFill>
        <a:ln w="19050" cap="rnd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Sigmoid</a:t>
          </a:r>
        </a:p>
      </dsp:txBody>
      <dsp:txXfrm>
        <a:off x="4177318" y="4524638"/>
        <a:ext cx="1765680" cy="3283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DF33E4-4D0A-4FF8-8E1B-91E1D84B7302}">
      <dsp:nvSpPr>
        <dsp:cNvPr id="0" name=""/>
        <dsp:cNvSpPr/>
      </dsp:nvSpPr>
      <dsp:spPr>
        <a:xfrm>
          <a:off x="673866" y="0"/>
          <a:ext cx="2422712" cy="2422712"/>
        </a:xfrm>
        <a:prstGeom prst="triangle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A9047-8775-483F-8B26-4FBF8627D32F}">
      <dsp:nvSpPr>
        <dsp:cNvPr id="0" name=""/>
        <dsp:cNvSpPr/>
      </dsp:nvSpPr>
      <dsp:spPr>
        <a:xfrm>
          <a:off x="1885222" y="243572"/>
          <a:ext cx="1574762" cy="57350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tx1">
              <a:lumMod val="85000"/>
              <a:lumOff val="1500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Accuracy</a:t>
          </a:r>
        </a:p>
      </dsp:txBody>
      <dsp:txXfrm>
        <a:off x="1913218" y="271568"/>
        <a:ext cx="1518770" cy="517509"/>
      </dsp:txXfrm>
    </dsp:sp>
    <dsp:sp modelId="{F9BE00FB-40E9-4FDD-9C18-2F637C0ECD4D}">
      <dsp:nvSpPr>
        <dsp:cNvPr id="0" name=""/>
        <dsp:cNvSpPr/>
      </dsp:nvSpPr>
      <dsp:spPr>
        <a:xfrm>
          <a:off x="1885222" y="888761"/>
          <a:ext cx="1574762" cy="57350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Loss</a:t>
          </a:r>
        </a:p>
      </dsp:txBody>
      <dsp:txXfrm>
        <a:off x="1913218" y="916757"/>
        <a:ext cx="1518770" cy="517509"/>
      </dsp:txXfrm>
    </dsp:sp>
    <dsp:sp modelId="{C6315DF4-D691-4888-B277-D138429C4D9F}">
      <dsp:nvSpPr>
        <dsp:cNvPr id="0" name=""/>
        <dsp:cNvSpPr/>
      </dsp:nvSpPr>
      <dsp:spPr>
        <a:xfrm>
          <a:off x="1885222" y="1533950"/>
          <a:ext cx="1574762" cy="57350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Generalization</a:t>
          </a:r>
        </a:p>
      </dsp:txBody>
      <dsp:txXfrm>
        <a:off x="1913218" y="1561946"/>
        <a:ext cx="1518770" cy="5175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5A0B4A-6DFE-49E4-BFF5-C9B99D51BB9E}">
      <dsp:nvSpPr>
        <dsp:cNvPr id="0" name=""/>
        <dsp:cNvSpPr/>
      </dsp:nvSpPr>
      <dsp:spPr>
        <a:xfrm>
          <a:off x="1585789" y="1255214"/>
          <a:ext cx="312899" cy="5962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6449" y="0"/>
              </a:lnTo>
              <a:lnTo>
                <a:pt x="156449" y="596226"/>
              </a:lnTo>
              <a:lnTo>
                <a:pt x="312899" y="596226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25405" y="1536494"/>
        <a:ext cx="33667" cy="33667"/>
      </dsp:txXfrm>
    </dsp:sp>
    <dsp:sp modelId="{1A5963C0-019D-49C3-94E0-3CF2E6253687}">
      <dsp:nvSpPr>
        <dsp:cNvPr id="0" name=""/>
        <dsp:cNvSpPr/>
      </dsp:nvSpPr>
      <dsp:spPr>
        <a:xfrm>
          <a:off x="1585789" y="1209494"/>
          <a:ext cx="312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2899" y="4572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34417" y="1247392"/>
        <a:ext cx="15644" cy="15644"/>
      </dsp:txXfrm>
    </dsp:sp>
    <dsp:sp modelId="{96C4F56B-AEEA-463E-8B69-B2B986AE0603}">
      <dsp:nvSpPr>
        <dsp:cNvPr id="0" name=""/>
        <dsp:cNvSpPr/>
      </dsp:nvSpPr>
      <dsp:spPr>
        <a:xfrm>
          <a:off x="1585789" y="658987"/>
          <a:ext cx="312899" cy="596226"/>
        </a:xfrm>
        <a:custGeom>
          <a:avLst/>
          <a:gdLst/>
          <a:ahLst/>
          <a:cxnLst/>
          <a:rect l="0" t="0" r="0" b="0"/>
          <a:pathLst>
            <a:path>
              <a:moveTo>
                <a:pt x="0" y="596226"/>
              </a:moveTo>
              <a:lnTo>
                <a:pt x="156449" y="596226"/>
              </a:lnTo>
              <a:lnTo>
                <a:pt x="156449" y="0"/>
              </a:lnTo>
              <a:lnTo>
                <a:pt x="312899" y="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25405" y="940267"/>
        <a:ext cx="33667" cy="33667"/>
      </dsp:txXfrm>
    </dsp:sp>
    <dsp:sp modelId="{CBA62D6F-B4D3-42A5-93A4-BF55584E9EA6}">
      <dsp:nvSpPr>
        <dsp:cNvPr id="0" name=""/>
        <dsp:cNvSpPr/>
      </dsp:nvSpPr>
      <dsp:spPr>
        <a:xfrm rot="16200000">
          <a:off x="92084" y="1016723"/>
          <a:ext cx="2510429" cy="476981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19050" cap="rnd" cmpd="sng" algn="ctr">
          <a:solidFill>
            <a:schemeClr val="accent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Tools</a:t>
          </a:r>
        </a:p>
      </dsp:txBody>
      <dsp:txXfrm>
        <a:off x="92084" y="1016723"/>
        <a:ext cx="2510429" cy="476981"/>
      </dsp:txXfrm>
    </dsp:sp>
    <dsp:sp modelId="{0D08D1B2-DC94-4422-8D50-1E34A84343BA}">
      <dsp:nvSpPr>
        <dsp:cNvPr id="0" name=""/>
        <dsp:cNvSpPr/>
      </dsp:nvSpPr>
      <dsp:spPr>
        <a:xfrm>
          <a:off x="1898689" y="420496"/>
          <a:ext cx="1564499" cy="476981"/>
        </a:xfrm>
        <a:prstGeom prst="rect">
          <a:avLst/>
        </a:prstGeom>
        <a:solidFill>
          <a:schemeClr val="accent5">
            <a:lumMod val="20000"/>
            <a:lumOff val="80000"/>
          </a:schemeClr>
        </a:solidFill>
        <a:ln w="19050" cap="rnd" cmpd="sng" algn="ctr">
          <a:solidFill>
            <a:schemeClr val="accent2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Python</a:t>
          </a:r>
        </a:p>
      </dsp:txBody>
      <dsp:txXfrm>
        <a:off x="1898689" y="420496"/>
        <a:ext cx="1564499" cy="476981"/>
      </dsp:txXfrm>
    </dsp:sp>
    <dsp:sp modelId="{CD4ED391-F81E-4304-BCC5-DD81AD150716}">
      <dsp:nvSpPr>
        <dsp:cNvPr id="0" name=""/>
        <dsp:cNvSpPr/>
      </dsp:nvSpPr>
      <dsp:spPr>
        <a:xfrm>
          <a:off x="1898689" y="1016723"/>
          <a:ext cx="1564499" cy="476981"/>
        </a:xfrm>
        <a:prstGeom prst="rect">
          <a:avLst/>
        </a:prstGeom>
        <a:solidFill>
          <a:schemeClr val="accent5">
            <a:lumMod val="20000"/>
            <a:lumOff val="80000"/>
          </a:schemeClr>
        </a:solidFill>
        <a:ln w="19050" cap="rnd" cmpd="sng" algn="ctr">
          <a:solidFill>
            <a:schemeClr val="accent2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Numpy</a:t>
          </a:r>
          <a:endParaRPr lang="en-US" sz="18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98689" y="1016723"/>
        <a:ext cx="1564499" cy="476981"/>
      </dsp:txXfrm>
    </dsp:sp>
    <dsp:sp modelId="{12B7C5E1-ECC0-4863-948D-B2D20EF230A3}">
      <dsp:nvSpPr>
        <dsp:cNvPr id="0" name=""/>
        <dsp:cNvSpPr/>
      </dsp:nvSpPr>
      <dsp:spPr>
        <a:xfrm>
          <a:off x="1898689" y="1612950"/>
          <a:ext cx="1564499" cy="476981"/>
        </a:xfrm>
        <a:prstGeom prst="rect">
          <a:avLst/>
        </a:prstGeom>
        <a:solidFill>
          <a:schemeClr val="accent5">
            <a:lumMod val="20000"/>
            <a:lumOff val="80000"/>
          </a:schemeClr>
        </a:solidFill>
        <a:ln w="19050" cap="rnd" cmpd="sng" algn="ctr">
          <a:solidFill>
            <a:schemeClr val="accent2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Matplotlib</a:t>
          </a:r>
        </a:p>
      </dsp:txBody>
      <dsp:txXfrm>
        <a:off x="1898689" y="1612950"/>
        <a:ext cx="1564499" cy="4769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7F19A9-D592-4731-9207-BB4CB1E635F6}">
      <dsp:nvSpPr>
        <dsp:cNvPr id="0" name=""/>
        <dsp:cNvSpPr/>
      </dsp:nvSpPr>
      <dsp:spPr>
        <a:xfrm>
          <a:off x="691045" y="0"/>
          <a:ext cx="7831843" cy="5418667"/>
        </a:xfrm>
        <a:prstGeom prst="rightArrow">
          <a:avLst/>
        </a:prstGeom>
        <a:solidFill>
          <a:schemeClr val="accent6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F03DDA-CBC5-4666-ABA4-1B0E4376FDF0}">
      <dsp:nvSpPr>
        <dsp:cNvPr id="0" name=""/>
        <dsp:cNvSpPr/>
      </dsp:nvSpPr>
      <dsp:spPr>
        <a:xfrm>
          <a:off x="2823" y="1928536"/>
          <a:ext cx="2548228" cy="1561594"/>
        </a:xfrm>
        <a:prstGeom prst="roundRect">
          <a:avLst/>
        </a:prstGeom>
        <a:solidFill>
          <a:schemeClr val="accent6">
            <a:lumMod val="40000"/>
            <a:lumOff val="60000"/>
          </a:schemeClr>
        </a:solidFill>
        <a:ln w="19050" cap="rnd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Architecture</a:t>
          </a:r>
        </a:p>
      </dsp:txBody>
      <dsp:txXfrm>
        <a:off x="79054" y="2004767"/>
        <a:ext cx="2395766" cy="1409132"/>
      </dsp:txXfrm>
    </dsp:sp>
    <dsp:sp modelId="{C0B0C9CC-9ABB-4C5C-A4B2-585CD123BC8F}">
      <dsp:nvSpPr>
        <dsp:cNvPr id="0" name=""/>
        <dsp:cNvSpPr/>
      </dsp:nvSpPr>
      <dsp:spPr>
        <a:xfrm>
          <a:off x="2975756" y="1916658"/>
          <a:ext cx="3262420" cy="158535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9050" cap="rnd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Activation Functions and Neuron Count</a:t>
          </a:r>
        </a:p>
      </dsp:txBody>
      <dsp:txXfrm>
        <a:off x="3053146" y="1994048"/>
        <a:ext cx="3107640" cy="1430570"/>
      </dsp:txXfrm>
    </dsp:sp>
    <dsp:sp modelId="{2444A050-358E-4A7F-BBD8-0069DE3F509D}">
      <dsp:nvSpPr>
        <dsp:cNvPr id="0" name=""/>
        <dsp:cNvSpPr/>
      </dsp:nvSpPr>
      <dsp:spPr>
        <a:xfrm>
          <a:off x="6567879" y="1952291"/>
          <a:ext cx="2548228" cy="1561594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19050" cap="rnd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Hyperparameter</a:t>
          </a:r>
        </a:p>
      </dsp:txBody>
      <dsp:txXfrm>
        <a:off x="6644110" y="2028522"/>
        <a:ext cx="2395766" cy="14091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C7437-EEAA-4035-9790-01681686E6AC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DF2A2-14C1-4960-BE5B-6479195CF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32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DF2A2-14C1-4960-BE5B-6479195CFF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65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4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2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61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26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0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78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27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17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04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6278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57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9570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90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32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63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46447-0032-4A27-903C-6C5F47EB0ED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D8F0D9B-E924-45C6-BB65-22A2DE94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32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165F3-58E8-EA73-3DA2-14DEB9E82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926" y="6006354"/>
            <a:ext cx="768521" cy="715122"/>
          </a:xfrm>
        </p:spPr>
        <p:txBody>
          <a:bodyPr/>
          <a:lstStyle/>
          <a:p>
            <a:fld id="{1AF8CC94-75B7-4BDF-99D5-1AC20989BCF6}" type="slidenum">
              <a:rPr lang="en-US" sz="2400" b="1" smtClean="0">
                <a:solidFill>
                  <a:schemeClr val="bg1"/>
                </a:solidFill>
              </a:rPr>
              <a:t>1</a:t>
            </a:fld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E46A9-4676-FEC8-53AE-C6F6699DCCB5}"/>
              </a:ext>
            </a:extLst>
          </p:cNvPr>
          <p:cNvSpPr txBox="1"/>
          <p:nvPr/>
        </p:nvSpPr>
        <p:spPr>
          <a:xfrm>
            <a:off x="3759199" y="452582"/>
            <a:ext cx="596669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CSI 436/536 (Spring 2025)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B631CE-EB3F-A163-90F0-33B25BC5FE73}"/>
              </a:ext>
            </a:extLst>
          </p:cNvPr>
          <p:cNvSpPr txBox="1"/>
          <p:nvPr/>
        </p:nvSpPr>
        <p:spPr>
          <a:xfrm>
            <a:off x="3140365" y="4368803"/>
            <a:ext cx="5661892" cy="1410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 fontAlgn="base">
              <a:lnSpc>
                <a:spcPts val="2550"/>
              </a:lnSpc>
              <a:buNone/>
            </a:pPr>
            <a:r>
              <a:rPr lang="en-US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Group 2</a:t>
            </a:r>
          </a:p>
          <a:p>
            <a:pPr algn="ctr"/>
            <a:r>
              <a:rPr lang="en-US" sz="1600" i="0" u="none" strike="noStrike" baseline="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 Salehi </a:t>
            </a:r>
            <a:r>
              <a:rPr lang="en-US" sz="1600" i="0" u="none" strike="noStrike" baseline="0" dirty="0" err="1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Darjani</a:t>
            </a:r>
            <a:r>
              <a:rPr lang="en-US" sz="1600" i="0" u="none" strike="noStrike" baseline="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(001657808)</a:t>
            </a:r>
          </a:p>
          <a:p>
            <a:pPr algn="ctr"/>
            <a:r>
              <a:rPr lang="en-US" sz="1600" i="0" u="none" strike="noStrike" baseline="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Joy Saha (001657938)</a:t>
            </a:r>
          </a:p>
          <a:p>
            <a:pPr algn="ctr"/>
            <a:r>
              <a:rPr lang="en-US" sz="1600" i="0" u="none" strike="noStrike" baseline="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Nowshin Tasnim (001649184)</a:t>
            </a:r>
          </a:p>
          <a:p>
            <a:pPr algn="ctr"/>
            <a:r>
              <a:rPr lang="en-US" sz="1600" i="0" u="none" strike="noStrike" baseline="0" dirty="0" err="1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Tajkia</a:t>
            </a:r>
            <a:r>
              <a:rPr lang="en-US" sz="1600" i="0" u="none" strike="noStrike" baseline="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Nuri Ananna (001661229)</a:t>
            </a:r>
            <a:endParaRPr lang="en-US" sz="1600" i="0" dirty="0">
              <a:solidFill>
                <a:schemeClr val="tx2">
                  <a:lumMod val="1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FC0240-53E4-0640-D76D-EA65D85FBF88}"/>
              </a:ext>
            </a:extLst>
          </p:cNvPr>
          <p:cNvSpPr txBox="1"/>
          <p:nvPr/>
        </p:nvSpPr>
        <p:spPr>
          <a:xfrm>
            <a:off x="5163126" y="6110068"/>
            <a:ext cx="2881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April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28, 2025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F0C6D7-1FE6-8CBC-AA60-55D7F67BB66E}"/>
              </a:ext>
            </a:extLst>
          </p:cNvPr>
          <p:cNvSpPr txBox="1"/>
          <p:nvPr/>
        </p:nvSpPr>
        <p:spPr>
          <a:xfrm>
            <a:off x="3315856" y="1533236"/>
            <a:ext cx="51261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Presentation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Networks: Project Code "N“</a:t>
            </a:r>
          </a:p>
          <a:p>
            <a:pPr algn="ctr"/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Investigating Effects of Layer Depth, Neuron Count, and Activation Functions</a:t>
            </a:r>
          </a:p>
          <a:p>
            <a:endParaRPr lang="en-US" dirty="0"/>
          </a:p>
          <a:p>
            <a:r>
              <a:rPr lang="en-US" dirty="0"/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832E18-5FD8-3212-0C7D-129884093FD0}"/>
              </a:ext>
            </a:extLst>
          </p:cNvPr>
          <p:cNvSpPr txBox="1"/>
          <p:nvPr/>
        </p:nvSpPr>
        <p:spPr>
          <a:xfrm>
            <a:off x="4544291" y="5791200"/>
            <a:ext cx="2983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To : Dr. Chong Liu</a:t>
            </a:r>
          </a:p>
        </p:txBody>
      </p:sp>
      <p:sp>
        <p:nvSpPr>
          <p:cNvPr id="14" name="Rectangle: Diagonal Corners Snipped 13">
            <a:extLst>
              <a:ext uri="{FF2B5EF4-FFF2-40B4-BE49-F238E27FC236}">
                <a16:creationId xmlns:a16="http://schemas.microsoft.com/office/drawing/2014/main" id="{0C11C43E-FE3E-CACD-C292-9912F5ADB3B2}"/>
              </a:ext>
            </a:extLst>
          </p:cNvPr>
          <p:cNvSpPr/>
          <p:nvPr/>
        </p:nvSpPr>
        <p:spPr>
          <a:xfrm>
            <a:off x="3592946" y="3435928"/>
            <a:ext cx="4692073" cy="1597891"/>
          </a:xfrm>
          <a:prstGeom prst="snip2Diag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BB4C788-A48C-D912-70E7-299A6F9BDFC9}"/>
              </a:ext>
            </a:extLst>
          </p:cNvPr>
          <p:cNvSpPr/>
          <p:nvPr/>
        </p:nvSpPr>
        <p:spPr>
          <a:xfrm>
            <a:off x="2992583" y="2050473"/>
            <a:ext cx="5671128" cy="1847272"/>
          </a:xfrm>
          <a:prstGeom prst="roundRect">
            <a:avLst/>
          </a:prstGeom>
          <a:solidFill>
            <a:schemeClr val="accent3">
              <a:lumMod val="40000"/>
              <a:lumOff val="60000"/>
              <a:alpha val="19000"/>
            </a:schemeClr>
          </a:solidFill>
          <a:ln>
            <a:solidFill>
              <a:schemeClr val="accent1">
                <a:shade val="15000"/>
                <a:alpha val="5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12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18F02-A40E-9E1A-6429-45B322A6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62" y="0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4102778F-9039-1911-A06C-A4A6D89A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926" y="6006354"/>
            <a:ext cx="768521" cy="715122"/>
          </a:xfrm>
        </p:spPr>
        <p:txBody>
          <a:bodyPr/>
          <a:lstStyle/>
          <a:p>
            <a:fld id="{1AF8CC94-75B7-4BDF-99D5-1AC20989BCF6}" type="slidenum">
              <a:rPr lang="en-US" sz="2400" b="1" smtClean="0">
                <a:solidFill>
                  <a:schemeClr val="bg1"/>
                </a:solidFill>
              </a:rPr>
              <a:t>2</a:t>
            </a:fld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B05327-97D0-C59C-30D2-348A6408FA7F}"/>
              </a:ext>
            </a:extLst>
          </p:cNvPr>
          <p:cNvSpPr/>
          <p:nvPr/>
        </p:nvSpPr>
        <p:spPr>
          <a:xfrm>
            <a:off x="4374776" y="1766047"/>
            <a:ext cx="6015318" cy="6275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computational model inspired by the human brain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A1379D1-03E2-E955-4411-9C59C4A23C60}"/>
              </a:ext>
            </a:extLst>
          </p:cNvPr>
          <p:cNvSpPr/>
          <p:nvPr/>
        </p:nvSpPr>
        <p:spPr>
          <a:xfrm>
            <a:off x="4410634" y="2931459"/>
            <a:ext cx="6060141" cy="627529"/>
          </a:xfrm>
          <a:prstGeom prst="roundRect">
            <a:avLst>
              <a:gd name="adj" fmla="val 50000"/>
            </a:avLst>
          </a:prstGeom>
          <a:solidFill>
            <a:srgbClr val="CBAC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 up of neurons (nodes) connected in layers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334257B-166A-7EB4-41BA-FAE861C0B56A}"/>
              </a:ext>
            </a:extLst>
          </p:cNvPr>
          <p:cNvSpPr/>
          <p:nvPr/>
        </p:nvSpPr>
        <p:spPr>
          <a:xfrm>
            <a:off x="4428563" y="4141693"/>
            <a:ext cx="6078072" cy="6275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Learns by adjusting weights and biases.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563E42E-63F9-5FB7-D702-1087886D5692}"/>
              </a:ext>
            </a:extLst>
          </p:cNvPr>
          <p:cNvSpPr/>
          <p:nvPr/>
        </p:nvSpPr>
        <p:spPr>
          <a:xfrm>
            <a:off x="4446492" y="5378823"/>
            <a:ext cx="6176684" cy="627529"/>
          </a:xfrm>
          <a:prstGeom prst="roundRect">
            <a:avLst>
              <a:gd name="adj" fmla="val 50000"/>
            </a:avLst>
          </a:prstGeom>
          <a:solidFill>
            <a:srgbClr val="CBAC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Solves tasks like classification, prediction and pattern recognition.</a:t>
            </a: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E87BCECC-DE95-D6BB-74B9-12677CECADE1}"/>
              </a:ext>
            </a:extLst>
          </p:cNvPr>
          <p:cNvSpPr/>
          <p:nvPr/>
        </p:nvSpPr>
        <p:spPr>
          <a:xfrm>
            <a:off x="480291" y="2576943"/>
            <a:ext cx="2900217" cy="2650839"/>
          </a:xfrm>
          <a:prstGeom prst="flowChartConnector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5D57D90-FA54-3D33-8C84-26B1063BBE13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586182" y="2079812"/>
            <a:ext cx="1788594" cy="644915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2CC76FF-52FD-9047-A3DA-2C762C9029E3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346036" y="5181600"/>
            <a:ext cx="2100456" cy="5109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3056F12-6882-A5D1-9AEC-4F310E566646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334327" y="4322618"/>
            <a:ext cx="1094236" cy="13284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35153D1-329D-791A-0BF6-9096014ED6CB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3334327" y="3245224"/>
            <a:ext cx="1076307" cy="227649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Arrow: Pentagon 63">
            <a:extLst>
              <a:ext uri="{FF2B5EF4-FFF2-40B4-BE49-F238E27FC236}">
                <a16:creationId xmlns:a16="http://schemas.microsoft.com/office/drawing/2014/main" id="{5688D38A-47AC-9EC0-8EAB-265D09BE10A3}"/>
              </a:ext>
            </a:extLst>
          </p:cNvPr>
          <p:cNvSpPr/>
          <p:nvPr/>
        </p:nvSpPr>
        <p:spPr>
          <a:xfrm>
            <a:off x="3075710" y="609599"/>
            <a:ext cx="7444509" cy="932873"/>
          </a:xfrm>
          <a:prstGeom prst="homePlat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Neural Network?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779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4B81A-46CA-49C0-7E06-BDF89A69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25" y="110837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2E079-0818-5BB7-BCC0-A9F1E1208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926" y="6006354"/>
            <a:ext cx="768521" cy="715122"/>
          </a:xfrm>
        </p:spPr>
        <p:txBody>
          <a:bodyPr/>
          <a:lstStyle/>
          <a:p>
            <a:fld id="{1AF8CC94-75B7-4BDF-99D5-1AC20989BCF6}" type="slidenum">
              <a:rPr lang="en-US" sz="2400" b="1" smtClean="0">
                <a:solidFill>
                  <a:schemeClr val="bg1"/>
                </a:solidFill>
              </a:rPr>
              <a:t>3</a:t>
            </a:fld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3479C8-13EB-31E5-1353-A470BA3B1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6" y="1225642"/>
            <a:ext cx="9598937" cy="475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255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46E33-0CBD-A997-3B9E-648D0FFC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25" y="203201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(Continued)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B3D29-5A91-FD27-8AE2-25E357C9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635" y="6024826"/>
            <a:ext cx="768521" cy="715122"/>
          </a:xfrm>
        </p:spPr>
        <p:txBody>
          <a:bodyPr/>
          <a:lstStyle/>
          <a:p>
            <a:fld id="{1AF8CC94-75B7-4BDF-99D5-1AC20989BCF6}" type="slidenum">
              <a:rPr lang="en-US" sz="2400" b="1" smtClean="0">
                <a:solidFill>
                  <a:schemeClr val="bg1"/>
                </a:solidFill>
              </a:rPr>
              <a:t>4</a:t>
            </a:fld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71CBE1-A1B3-D7BD-B498-4E9A4847B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63" y="1524000"/>
            <a:ext cx="3916218" cy="2482709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D578C87-436A-84E9-95E5-4046F4CB9E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0787345"/>
              </p:ext>
            </p:extLst>
          </p:nvPr>
        </p:nvGraphicFramePr>
        <p:xfrm>
          <a:off x="5061527" y="1542473"/>
          <a:ext cx="6668656" cy="4442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2D404E85-AAE3-E4AD-F70C-B9F5311400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27" y="4119418"/>
            <a:ext cx="4254500" cy="216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395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6B046-744C-8426-BF92-EE5812B79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753" y="197224"/>
            <a:ext cx="8471012" cy="11235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DC2C33-DCB8-B3C9-40FB-6DE09852E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725485"/>
              </p:ext>
            </p:extLst>
          </p:nvPr>
        </p:nvGraphicFramePr>
        <p:xfrm>
          <a:off x="2267427" y="1567288"/>
          <a:ext cx="5944466" cy="2133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70866">
                  <a:extLst>
                    <a:ext uri="{9D8B030D-6E8A-4147-A177-3AD203B41FA5}">
                      <a16:colId xmlns:a16="http://schemas.microsoft.com/office/drawing/2014/main" val="1915896113"/>
                    </a:ext>
                  </a:extLst>
                </a:gridCol>
                <a:gridCol w="1491200">
                  <a:extLst>
                    <a:ext uri="{9D8B030D-6E8A-4147-A177-3AD203B41FA5}">
                      <a16:colId xmlns:a16="http://schemas.microsoft.com/office/drawing/2014/main" val="1760446834"/>
                    </a:ext>
                  </a:extLst>
                </a:gridCol>
                <a:gridCol w="1491200">
                  <a:extLst>
                    <a:ext uri="{9D8B030D-6E8A-4147-A177-3AD203B41FA5}">
                      <a16:colId xmlns:a16="http://schemas.microsoft.com/office/drawing/2014/main" val="3470581699"/>
                    </a:ext>
                  </a:extLst>
                </a:gridCol>
                <a:gridCol w="1491200">
                  <a:extLst>
                    <a:ext uri="{9D8B030D-6E8A-4147-A177-3AD203B41FA5}">
                      <a16:colId xmlns:a16="http://schemas.microsoft.com/office/drawing/2014/main" val="2024400978"/>
                    </a:ext>
                  </a:extLst>
                </a:gridCol>
              </a:tblGrid>
              <a:tr h="2018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Dataset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# Instances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 # Features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 #Class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4974805"/>
                  </a:ext>
                </a:extLst>
              </a:tr>
              <a:tr h="2202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F-MNIST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9502012"/>
                  </a:ext>
                </a:extLst>
              </a:tr>
              <a:tr h="2202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376694"/>
                  </a:ext>
                </a:extLst>
              </a:tr>
              <a:tr h="2202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8458062"/>
                  </a:ext>
                </a:extLst>
              </a:tr>
              <a:tr h="2202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610217"/>
                  </a:ext>
                </a:extLst>
              </a:tr>
              <a:tr h="2202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Madelon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9111540"/>
                  </a:ext>
                </a:extLst>
              </a:tr>
              <a:tr h="2202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Leukemia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345642"/>
                  </a:ext>
                </a:extLst>
              </a:tr>
            </a:tbl>
          </a:graphicData>
        </a:graphic>
      </p:graphicFrame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52468AB-D087-9B50-6026-0284B5E0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635" y="6024826"/>
            <a:ext cx="768521" cy="715122"/>
          </a:xfrm>
        </p:spPr>
        <p:txBody>
          <a:bodyPr/>
          <a:lstStyle/>
          <a:p>
            <a:fld id="{1AF8CC94-75B7-4BDF-99D5-1AC20989BCF6}" type="slidenum">
              <a:rPr lang="en-US" sz="2400" b="1" smtClean="0">
                <a:solidFill>
                  <a:schemeClr val="bg1"/>
                </a:solidFill>
              </a:rPr>
              <a:t>5</a:t>
            </a:fld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700450F-C8C4-5EFD-B3A6-DFE869533C77}"/>
              </a:ext>
            </a:extLst>
          </p:cNvPr>
          <p:cNvSpPr/>
          <p:nvPr/>
        </p:nvSpPr>
        <p:spPr>
          <a:xfrm>
            <a:off x="2450727" y="4806203"/>
            <a:ext cx="1209675" cy="533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86FB64-5D06-215A-34AE-7692E74175B0}"/>
              </a:ext>
            </a:extLst>
          </p:cNvPr>
          <p:cNvSpPr/>
          <p:nvPr/>
        </p:nvSpPr>
        <p:spPr>
          <a:xfrm>
            <a:off x="4079502" y="4777628"/>
            <a:ext cx="1209675" cy="533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DAD8242-10B5-2930-D132-A9B5512CCFB8}"/>
              </a:ext>
            </a:extLst>
          </p:cNvPr>
          <p:cNvSpPr/>
          <p:nvPr/>
        </p:nvSpPr>
        <p:spPr>
          <a:xfrm>
            <a:off x="5708277" y="4787153"/>
            <a:ext cx="1209675" cy="52387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Size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032B2D4-B640-4340-58D7-2D9C9BFC6640}"/>
              </a:ext>
            </a:extLst>
          </p:cNvPr>
          <p:cNvSpPr/>
          <p:nvPr/>
        </p:nvSpPr>
        <p:spPr>
          <a:xfrm>
            <a:off x="7356102" y="4739528"/>
            <a:ext cx="1209675" cy="50482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Epochs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56E8A1-A3DC-FA51-DEFC-BDA3219DF76E}"/>
              </a:ext>
            </a:extLst>
          </p:cNvPr>
          <p:cNvSpPr txBox="1"/>
          <p:nvPr/>
        </p:nvSpPr>
        <p:spPr>
          <a:xfrm>
            <a:off x="2450727" y="5396753"/>
            <a:ext cx="1038225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or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BatchedGD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ABD0C3-BBAE-4069-8A30-F335098A388F}"/>
              </a:ext>
            </a:extLst>
          </p:cNvPr>
          <p:cNvSpPr txBox="1"/>
          <p:nvPr/>
        </p:nvSpPr>
        <p:spPr>
          <a:xfrm>
            <a:off x="4069978" y="5434852"/>
            <a:ext cx="742950" cy="615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.001, .01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8F768F-0995-E389-DB0F-30BD91ADEB7C}"/>
              </a:ext>
            </a:extLst>
          </p:cNvPr>
          <p:cNvSpPr txBox="1"/>
          <p:nvPr/>
        </p:nvSpPr>
        <p:spPr>
          <a:xfrm>
            <a:off x="5689228" y="5444378"/>
            <a:ext cx="533400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5A905B-769B-C46F-C995-69AFB3A5DCE8}"/>
              </a:ext>
            </a:extLst>
          </p:cNvPr>
          <p:cNvSpPr txBox="1"/>
          <p:nvPr/>
        </p:nvSpPr>
        <p:spPr>
          <a:xfrm>
            <a:off x="7337052" y="5387228"/>
            <a:ext cx="75247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100</a:t>
            </a:r>
          </a:p>
        </p:txBody>
      </p:sp>
      <p:sp>
        <p:nvSpPr>
          <p:cNvPr id="26" name="Arrow: Curved Left 25">
            <a:extLst>
              <a:ext uri="{FF2B5EF4-FFF2-40B4-BE49-F238E27FC236}">
                <a16:creationId xmlns:a16="http://schemas.microsoft.com/office/drawing/2014/main" id="{ECBDAA0D-C69D-1A20-3B7F-2358A8A09292}"/>
              </a:ext>
            </a:extLst>
          </p:cNvPr>
          <p:cNvSpPr/>
          <p:nvPr/>
        </p:nvSpPr>
        <p:spPr>
          <a:xfrm flipH="1">
            <a:off x="2107826" y="5082428"/>
            <a:ext cx="342899" cy="704850"/>
          </a:xfrm>
          <a:prstGeom prst="curvedLeftArrow">
            <a:avLst>
              <a:gd name="adj1" fmla="val 17183"/>
              <a:gd name="adj2" fmla="val 50000"/>
              <a:gd name="adj3" fmla="val 25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Arrow: Curved Left 27">
            <a:extLst>
              <a:ext uri="{FF2B5EF4-FFF2-40B4-BE49-F238E27FC236}">
                <a16:creationId xmlns:a16="http://schemas.microsoft.com/office/drawing/2014/main" id="{A9CD2F3C-DB31-875D-F9F8-78BEB6BF286A}"/>
              </a:ext>
            </a:extLst>
          </p:cNvPr>
          <p:cNvSpPr/>
          <p:nvPr/>
        </p:nvSpPr>
        <p:spPr>
          <a:xfrm flipH="1">
            <a:off x="3717551" y="5025278"/>
            <a:ext cx="342899" cy="704850"/>
          </a:xfrm>
          <a:prstGeom prst="curvedLeftArrow">
            <a:avLst>
              <a:gd name="adj1" fmla="val 17183"/>
              <a:gd name="adj2" fmla="val 50000"/>
              <a:gd name="adj3" fmla="val 25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Arrow: Curved Left 28">
            <a:extLst>
              <a:ext uri="{FF2B5EF4-FFF2-40B4-BE49-F238E27FC236}">
                <a16:creationId xmlns:a16="http://schemas.microsoft.com/office/drawing/2014/main" id="{2A5FCEB5-4B46-BDF9-12C2-9D3A90DC692F}"/>
              </a:ext>
            </a:extLst>
          </p:cNvPr>
          <p:cNvSpPr/>
          <p:nvPr/>
        </p:nvSpPr>
        <p:spPr>
          <a:xfrm flipH="1">
            <a:off x="5365376" y="5006228"/>
            <a:ext cx="342899" cy="704850"/>
          </a:xfrm>
          <a:prstGeom prst="curvedLeftArrow">
            <a:avLst>
              <a:gd name="adj1" fmla="val 17183"/>
              <a:gd name="adj2" fmla="val 50000"/>
              <a:gd name="adj3" fmla="val 25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Curved Left 29">
            <a:extLst>
              <a:ext uri="{FF2B5EF4-FFF2-40B4-BE49-F238E27FC236}">
                <a16:creationId xmlns:a16="http://schemas.microsoft.com/office/drawing/2014/main" id="{9429DDBE-7654-447A-1F57-29E9F0366694}"/>
              </a:ext>
            </a:extLst>
          </p:cNvPr>
          <p:cNvSpPr/>
          <p:nvPr/>
        </p:nvSpPr>
        <p:spPr>
          <a:xfrm flipH="1">
            <a:off x="7003676" y="4968128"/>
            <a:ext cx="342899" cy="704850"/>
          </a:xfrm>
          <a:prstGeom prst="curvedLeftArrow">
            <a:avLst>
              <a:gd name="adj1" fmla="val 17183"/>
              <a:gd name="adj2" fmla="val 50000"/>
              <a:gd name="adj3" fmla="val 25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A963BD-614E-59BD-8735-998D55B32E2A}"/>
              </a:ext>
            </a:extLst>
          </p:cNvPr>
          <p:cNvSpPr txBox="1"/>
          <p:nvPr/>
        </p:nvSpPr>
        <p:spPr>
          <a:xfrm>
            <a:off x="3660402" y="4139453"/>
            <a:ext cx="4714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Details</a:t>
            </a:r>
          </a:p>
        </p:txBody>
      </p:sp>
    </p:spTree>
    <p:extLst>
      <p:ext uri="{BB962C8B-B14F-4D97-AF65-F5344CB8AC3E}">
        <p14:creationId xmlns:p14="http://schemas.microsoft.com/office/powerpoint/2010/main" val="265742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4BA92-F932-CBC1-545D-4693F9C4C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104EA-1123-7B42-16C8-0A16B1848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753" y="233082"/>
            <a:ext cx="8524800" cy="10877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(Continued)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0FBC463-45F5-1552-2BEB-654833F6F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635" y="6024826"/>
            <a:ext cx="768521" cy="715122"/>
          </a:xfrm>
        </p:spPr>
        <p:txBody>
          <a:bodyPr/>
          <a:lstStyle/>
          <a:p>
            <a:fld id="{1AF8CC94-75B7-4BDF-99D5-1AC20989BCF6}" type="slidenum">
              <a:rPr lang="en-US" sz="2400" b="1" smtClean="0">
                <a:solidFill>
                  <a:schemeClr val="bg1"/>
                </a:solidFill>
              </a:rPr>
              <a:t>6</a:t>
            </a:fld>
            <a:endParaRPr 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E7D81F4-4E25-9E1F-5D5D-DDF4C40750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3735162"/>
              </p:ext>
            </p:extLst>
          </p:nvPr>
        </p:nvGraphicFramePr>
        <p:xfrm>
          <a:off x="356400" y="1048869"/>
          <a:ext cx="6034875" cy="5447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B99B05D-5082-3F4C-E881-34C3D3296D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7119186"/>
              </p:ext>
            </p:extLst>
          </p:nvPr>
        </p:nvGraphicFramePr>
        <p:xfrm>
          <a:off x="6359897" y="1485900"/>
          <a:ext cx="4133851" cy="2422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7E08634-BCE2-8BD9-9F7E-3AA35166A1AA}"/>
              </a:ext>
            </a:extLst>
          </p:cNvPr>
          <p:cNvSpPr txBox="1"/>
          <p:nvPr/>
        </p:nvSpPr>
        <p:spPr>
          <a:xfrm>
            <a:off x="6708963" y="959784"/>
            <a:ext cx="3738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Matrices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C1757C5-EE82-0A92-023E-AC32C691D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4729586"/>
              </p:ext>
            </p:extLst>
          </p:nvPr>
        </p:nvGraphicFramePr>
        <p:xfrm>
          <a:off x="6543678" y="4013634"/>
          <a:ext cx="4571997" cy="2510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985589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1B69A-5915-0866-17F3-B8230D0D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059" y="95250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B19F8-5002-F94B-36A6-37ED8EF1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635" y="6005776"/>
            <a:ext cx="774990" cy="715122"/>
          </a:xfrm>
        </p:spPr>
        <p:txBody>
          <a:bodyPr/>
          <a:lstStyle/>
          <a:p>
            <a:fld id="{1AF8CC94-75B7-4BDF-99D5-1AC20989BCF6}" type="slidenum">
              <a:rPr lang="en-US" sz="2400" b="1" smtClean="0">
                <a:solidFill>
                  <a:schemeClr val="bg1"/>
                </a:solidFill>
              </a:rPr>
              <a:t>7</a:t>
            </a:fld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39059D-BFE6-9706-F22A-46CB4E23F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6339" r="512"/>
          <a:stretch/>
        </p:blipFill>
        <p:spPr>
          <a:xfrm>
            <a:off x="92956" y="1809749"/>
            <a:ext cx="5364869" cy="40252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4D5B18-800B-43A4-75DF-73B4D5D0A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6396" r="391"/>
          <a:stretch/>
        </p:blipFill>
        <p:spPr>
          <a:xfrm>
            <a:off x="6077510" y="1805268"/>
            <a:ext cx="5848350" cy="39528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5B200D-C015-6516-6831-377A939EEFC5}"/>
              </a:ext>
            </a:extLst>
          </p:cNvPr>
          <p:cNvSpPr txBox="1"/>
          <p:nvPr/>
        </p:nvSpPr>
        <p:spPr>
          <a:xfrm>
            <a:off x="542925" y="1190625"/>
            <a:ext cx="4962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Curves for Different Activation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D06593-27B3-8D4F-1F77-98085D9AFF69}"/>
              </a:ext>
            </a:extLst>
          </p:cNvPr>
          <p:cNvSpPr txBox="1"/>
          <p:nvPr/>
        </p:nvSpPr>
        <p:spPr>
          <a:xfrm>
            <a:off x="5743575" y="1153596"/>
            <a:ext cx="6853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Curves for  Different number of Hidden Layer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FC8810-9014-C3DC-6E02-FD028A3075FF}"/>
              </a:ext>
            </a:extLst>
          </p:cNvPr>
          <p:cNvSpPr txBox="1"/>
          <p:nvPr/>
        </p:nvSpPr>
        <p:spPr>
          <a:xfrm>
            <a:off x="4966447" y="600636"/>
            <a:ext cx="2671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MNIST</a:t>
            </a:r>
          </a:p>
        </p:txBody>
      </p:sp>
    </p:spTree>
    <p:extLst>
      <p:ext uri="{BB962C8B-B14F-4D97-AF65-F5344CB8AC3E}">
        <p14:creationId xmlns:p14="http://schemas.microsoft.com/office/powerpoint/2010/main" val="115759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526BF-10E6-BE9F-758B-9194411A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635" y="6024826"/>
            <a:ext cx="768521" cy="715122"/>
          </a:xfrm>
        </p:spPr>
        <p:txBody>
          <a:bodyPr/>
          <a:lstStyle/>
          <a:p>
            <a:fld id="{1AF8CC94-75B7-4BDF-99D5-1AC20989BCF6}" type="slidenum">
              <a:rPr lang="en-US" sz="2400" b="1" smtClean="0">
                <a:solidFill>
                  <a:schemeClr val="bg1"/>
                </a:solidFill>
              </a:rPr>
              <a:t>8</a:t>
            </a:fld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10ACBE5-F97F-92CD-704C-316C1FD18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059" y="95250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(Continued)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1788F97-599B-F901-3EF6-61F852C13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65" y="1757081"/>
            <a:ext cx="5660814" cy="37293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860EDE8-B1B6-4BFD-485D-F4DE7230B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788" y="1810871"/>
            <a:ext cx="5728447" cy="37309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E57327C-8FBE-F004-3B61-AFC59BAC866B}"/>
              </a:ext>
            </a:extLst>
          </p:cNvPr>
          <p:cNvSpPr txBox="1"/>
          <p:nvPr/>
        </p:nvSpPr>
        <p:spPr>
          <a:xfrm>
            <a:off x="4948517" y="932330"/>
            <a:ext cx="2671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Iris</a:t>
            </a:r>
          </a:p>
        </p:txBody>
      </p:sp>
    </p:spTree>
    <p:extLst>
      <p:ext uri="{BB962C8B-B14F-4D97-AF65-F5344CB8AC3E}">
        <p14:creationId xmlns:p14="http://schemas.microsoft.com/office/powerpoint/2010/main" val="112096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508FA-067E-F4D0-B822-CC6DE993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FB0D6-8381-C300-6F9E-64616DCB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635" y="6024826"/>
            <a:ext cx="768521" cy="715122"/>
          </a:xfrm>
        </p:spPr>
        <p:txBody>
          <a:bodyPr/>
          <a:lstStyle/>
          <a:p>
            <a:fld id="{1AF8CC94-75B7-4BDF-99D5-1AC20989BCF6}" type="slidenum">
              <a:rPr lang="en-US" sz="2400" b="1" smtClean="0">
                <a:solidFill>
                  <a:schemeClr val="bg1"/>
                </a:solidFill>
              </a:rPr>
              <a:t>9</a:t>
            </a:fld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F7A3A55-4DF4-15B7-C26B-4E118C420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059" y="95250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(Continued)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CB8163-32F1-0655-D5F5-84D3BC203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574" y="1000455"/>
            <a:ext cx="10115696" cy="501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696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6949F4E-CD14-151B-7A6A-FF73C88D9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059" y="95250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(Continued)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93A742-61EE-477C-0707-7E515D0F7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966" y="1305255"/>
            <a:ext cx="7850261" cy="4683169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213A8EA-D1E5-8EB2-9C6F-3C008626C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635" y="6024826"/>
            <a:ext cx="768521" cy="715122"/>
          </a:xfrm>
        </p:spPr>
        <p:txBody>
          <a:bodyPr/>
          <a:lstStyle/>
          <a:p>
            <a:fld id="{1AF8CC94-75B7-4BDF-99D5-1AC20989BCF6}" type="slidenum">
              <a:rPr lang="en-US" sz="2400" b="1" smtClean="0">
                <a:solidFill>
                  <a:schemeClr val="bg1"/>
                </a:solidFill>
              </a:rPr>
              <a:t>10</a:t>
            </a:fld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028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4B298-3520-F1BB-B0D0-BD33A48C3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34" y="104775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B7149-9A4E-1525-2037-404FBD1C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635" y="6024826"/>
            <a:ext cx="768521" cy="715122"/>
          </a:xfrm>
        </p:spPr>
        <p:txBody>
          <a:bodyPr/>
          <a:lstStyle/>
          <a:p>
            <a:fld id="{1AF8CC94-75B7-4BDF-99D5-1AC20989BCF6}" type="slidenum">
              <a:rPr lang="en-US" sz="2400" b="1" smtClean="0">
                <a:solidFill>
                  <a:schemeClr val="bg1"/>
                </a:solidFill>
              </a:rPr>
              <a:t>11</a:t>
            </a:fld>
            <a:endParaRPr 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7EA2B08-6822-15EB-F538-F8FE512FD6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5404233"/>
              </p:ext>
            </p:extLst>
          </p:nvPr>
        </p:nvGraphicFramePr>
        <p:xfrm>
          <a:off x="903842" y="897796"/>
          <a:ext cx="921393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9314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5F12F2-E4EA-1082-434B-4984AFC09C26}"/>
              </a:ext>
            </a:extLst>
          </p:cNvPr>
          <p:cNvSpPr txBox="1"/>
          <p:nvPr/>
        </p:nvSpPr>
        <p:spPr>
          <a:xfrm>
            <a:off x="2171700" y="1819275"/>
            <a:ext cx="7010400" cy="1323439"/>
          </a:xfrm>
          <a:prstGeom prst="rect">
            <a:avLst/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  <a:scene3d>
              <a:camera prst="orthographicFront">
                <a:rot lat="600000" lon="0" rev="0"/>
              </a:camera>
              <a:lightRig rig="freezing" dir="t"/>
            </a:scene3d>
            <a:sp3d extrusionH="57150" contourW="12700">
              <a:bevelT w="38100" h="38100" prst="relaxedInset"/>
              <a:bevelB w="38100" h="38100"/>
              <a:contourClr>
                <a:schemeClr val="bg2">
                  <a:lumMod val="10000"/>
                </a:schemeClr>
              </a:contourClr>
            </a:sp3d>
          </a:bodyPr>
          <a:lstStyle/>
          <a:p>
            <a:r>
              <a:rPr lang="en-US" dirty="0"/>
              <a:t>  </a:t>
            </a:r>
            <a:r>
              <a:rPr lang="en-US" sz="8000" b="1" dirty="0">
                <a:effectLst>
                  <a:outerShdw blurRad="50800" dist="50800" dir="5400000" algn="ctr" rotWithShape="0">
                    <a:srgbClr val="000000">
                      <a:alpha val="38000"/>
                    </a:srgbClr>
                  </a:outerShdw>
                </a:effectLst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1457D-F8E2-96A8-7054-6BED2637D5D5}"/>
              </a:ext>
            </a:extLst>
          </p:cNvPr>
          <p:cNvSpPr txBox="1"/>
          <p:nvPr/>
        </p:nvSpPr>
        <p:spPr>
          <a:xfrm>
            <a:off x="2266950" y="3962400"/>
            <a:ext cx="6096000" cy="1107996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  <a:bevelB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accent4">
                    <a:lumMod val="75000"/>
                  </a:schemeClr>
                </a:solidFill>
                <a:effectLst>
                  <a:glow rad="1905000">
                    <a:schemeClr val="tx2">
                      <a:lumMod val="40000"/>
                      <a:lumOff val="60000"/>
                      <a:alpha val="23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Any Question?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2048482-6311-D0D8-111D-EE244A75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635" y="6024826"/>
            <a:ext cx="768521" cy="715122"/>
          </a:xfrm>
        </p:spPr>
        <p:txBody>
          <a:bodyPr/>
          <a:lstStyle/>
          <a:p>
            <a:fld id="{1AF8CC94-75B7-4BDF-99D5-1AC20989BCF6}" type="slidenum">
              <a:rPr lang="en-US" sz="2400" b="1" smtClean="0">
                <a:solidFill>
                  <a:schemeClr val="bg1"/>
                </a:solidFill>
              </a:rPr>
              <a:t>12</a:t>
            </a:fld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35152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1304</TotalTime>
  <Words>301</Words>
  <Application>Microsoft Office PowerPoint</Application>
  <PresentationFormat>Widescreen</PresentationFormat>
  <Paragraphs>114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Times New Roman</vt:lpstr>
      <vt:lpstr>Trebuchet MS</vt:lpstr>
      <vt:lpstr>Wingdings 3</vt:lpstr>
      <vt:lpstr>Facet</vt:lpstr>
      <vt:lpstr>PowerPoint Presentation</vt:lpstr>
      <vt:lpstr>Introduction</vt:lpstr>
      <vt:lpstr>Problem Statement</vt:lpstr>
      <vt:lpstr>Problem Statement (Continued)</vt:lpstr>
      <vt:lpstr>Experimental Setup</vt:lpstr>
      <vt:lpstr>Experimental Setup (Continued)</vt:lpstr>
      <vt:lpstr>Results</vt:lpstr>
      <vt:lpstr>Results (Continued)</vt:lpstr>
      <vt:lpstr>Results (Continued)</vt:lpstr>
      <vt:lpstr>Results (Continued)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1706189 - Joy Saha</dc:creator>
  <cp:lastModifiedBy>Saha, Joy</cp:lastModifiedBy>
  <cp:revision>20</cp:revision>
  <dcterms:created xsi:type="dcterms:W3CDTF">2025-04-27T02:51:16Z</dcterms:created>
  <dcterms:modified xsi:type="dcterms:W3CDTF">2025-12-25T04:34:39Z</dcterms:modified>
</cp:coreProperties>
</file>